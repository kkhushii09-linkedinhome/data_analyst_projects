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ADDB9-BA4D-4FDE-9310-818C462E780A}" v="56" dt="2025-11-03T13:32:37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mita Patro" userId="bdae627b6e32fdc1" providerId="LiveId" clId="{51EE9AB9-3F13-424C-B625-9DB51FEAF1BC}"/>
    <pc:docChg chg="undo redo custSel addSld modSld addMainMaster delMainMaster modMainMaster">
      <pc:chgData name="Madhumita Patro" userId="bdae627b6e32fdc1" providerId="LiveId" clId="{51EE9AB9-3F13-424C-B625-9DB51FEAF1BC}" dt="2025-11-03T15:35:31.754" v="413" actId="20577"/>
      <pc:docMkLst>
        <pc:docMk/>
      </pc:docMkLst>
      <pc:sldChg chg="addSp delSp modSp new mod modClrScheme chgLayout">
        <pc:chgData name="Madhumita Patro" userId="bdae627b6e32fdc1" providerId="LiveId" clId="{51EE9AB9-3F13-424C-B625-9DB51FEAF1BC}" dt="2025-11-03T08:30:41.788" v="49" actId="20577"/>
        <pc:sldMkLst>
          <pc:docMk/>
          <pc:sldMk cId="1502159202" sldId="256"/>
        </pc:sldMkLst>
        <pc:spChg chg="mod">
          <ac:chgData name="Madhumita Patro" userId="bdae627b6e32fdc1" providerId="LiveId" clId="{51EE9AB9-3F13-424C-B625-9DB51FEAF1BC}" dt="2025-11-03T08:30:18.519" v="29" actId="20577"/>
          <ac:spMkLst>
            <pc:docMk/>
            <pc:sldMk cId="1502159202" sldId="256"/>
            <ac:spMk id="2" creationId="{E98AF7EE-FBA5-DE9B-8DDC-2BB474ACA704}"/>
          </ac:spMkLst>
        </pc:spChg>
        <pc:spChg chg="mod ord">
          <ac:chgData name="Madhumita Patro" userId="bdae627b6e32fdc1" providerId="LiveId" clId="{51EE9AB9-3F13-424C-B625-9DB51FEAF1BC}" dt="2025-11-03T08:30:41.788" v="49" actId="20577"/>
          <ac:spMkLst>
            <pc:docMk/>
            <pc:sldMk cId="1502159202" sldId="256"/>
            <ac:spMk id="3" creationId="{9CC9D989-80DB-9191-44B6-190E981F5AC4}"/>
          </ac:spMkLst>
        </pc:spChg>
        <pc:spChg chg="add del mod">
          <ac:chgData name="Madhumita Patro" userId="bdae627b6e32fdc1" providerId="LiveId" clId="{51EE9AB9-3F13-424C-B625-9DB51FEAF1BC}" dt="2025-11-03T08:29:35.442" v="10" actId="931"/>
          <ac:spMkLst>
            <pc:docMk/>
            <pc:sldMk cId="1502159202" sldId="256"/>
            <ac:spMk id="8" creationId="{76562EDC-18F2-A5F9-80E3-E352693F3C9B}"/>
          </ac:spMkLst>
        </pc:spChg>
        <pc:picChg chg="add del mod ord">
          <ac:chgData name="Madhumita Patro" userId="bdae627b6e32fdc1" providerId="LiveId" clId="{51EE9AB9-3F13-424C-B625-9DB51FEAF1BC}" dt="2025-11-03T08:28:00.473" v="9" actId="22"/>
          <ac:picMkLst>
            <pc:docMk/>
            <pc:sldMk cId="1502159202" sldId="256"/>
            <ac:picMk id="5" creationId="{D84E1E82-9D19-7B69-A3E4-D47AA2AF6891}"/>
          </ac:picMkLst>
        </pc:picChg>
        <pc:picChg chg="add mod">
          <ac:chgData name="Madhumita Patro" userId="bdae627b6e32fdc1" providerId="LiveId" clId="{51EE9AB9-3F13-424C-B625-9DB51FEAF1BC}" dt="2025-11-03T08:29:55.241" v="14" actId="14100"/>
          <ac:picMkLst>
            <pc:docMk/>
            <pc:sldMk cId="1502159202" sldId="256"/>
            <ac:picMk id="7" creationId="{ADB9CEAC-30B8-BC21-FC73-DB6C0A259C7F}"/>
          </ac:picMkLst>
        </pc:picChg>
      </pc:sldChg>
      <pc:sldChg chg="modSp new mod">
        <pc:chgData name="Madhumita Patro" userId="bdae627b6e32fdc1" providerId="LiveId" clId="{51EE9AB9-3F13-424C-B625-9DB51FEAF1BC}" dt="2025-11-03T08:33:29.561" v="76" actId="20577"/>
        <pc:sldMkLst>
          <pc:docMk/>
          <pc:sldMk cId="1757485130" sldId="257"/>
        </pc:sldMkLst>
        <pc:spChg chg="mod">
          <ac:chgData name="Madhumita Patro" userId="bdae627b6e32fdc1" providerId="LiveId" clId="{51EE9AB9-3F13-424C-B625-9DB51FEAF1BC}" dt="2025-11-03T08:33:29.561" v="76" actId="20577"/>
          <ac:spMkLst>
            <pc:docMk/>
            <pc:sldMk cId="1757485130" sldId="257"/>
            <ac:spMk id="2" creationId="{091CB718-6283-30AD-2126-D3130D6CD04D}"/>
          </ac:spMkLst>
        </pc:spChg>
        <pc:spChg chg="mod">
          <ac:chgData name="Madhumita Patro" userId="bdae627b6e32fdc1" providerId="LiveId" clId="{51EE9AB9-3F13-424C-B625-9DB51FEAF1BC}" dt="2025-11-03T08:33:20.066" v="56" actId="20577"/>
          <ac:spMkLst>
            <pc:docMk/>
            <pc:sldMk cId="1757485130" sldId="257"/>
            <ac:spMk id="3" creationId="{28A517C3-908A-BB95-A09B-F1063155E548}"/>
          </ac:spMkLst>
        </pc:spChg>
      </pc:sldChg>
      <pc:sldChg chg="modSp new mod">
        <pc:chgData name="Madhumita Patro" userId="bdae627b6e32fdc1" providerId="LiveId" clId="{51EE9AB9-3F13-424C-B625-9DB51FEAF1BC}" dt="2025-11-03T08:39:15.655" v="107" actId="20577"/>
        <pc:sldMkLst>
          <pc:docMk/>
          <pc:sldMk cId="1070604959" sldId="258"/>
        </pc:sldMkLst>
        <pc:spChg chg="mod">
          <ac:chgData name="Madhumita Patro" userId="bdae627b6e32fdc1" providerId="LiveId" clId="{51EE9AB9-3F13-424C-B625-9DB51FEAF1BC}" dt="2025-11-03T08:38:24.771" v="91" actId="20577"/>
          <ac:spMkLst>
            <pc:docMk/>
            <pc:sldMk cId="1070604959" sldId="258"/>
            <ac:spMk id="2" creationId="{42131469-1C67-22DF-B9BD-35DA3A6E4366}"/>
          </ac:spMkLst>
        </pc:spChg>
        <pc:spChg chg="mod">
          <ac:chgData name="Madhumita Patro" userId="bdae627b6e32fdc1" providerId="LiveId" clId="{51EE9AB9-3F13-424C-B625-9DB51FEAF1BC}" dt="2025-11-03T08:39:15.655" v="107" actId="20577"/>
          <ac:spMkLst>
            <pc:docMk/>
            <pc:sldMk cId="1070604959" sldId="258"/>
            <ac:spMk id="3" creationId="{DDD23702-ACB1-620C-6228-692677564B39}"/>
          </ac:spMkLst>
        </pc:spChg>
      </pc:sldChg>
      <pc:sldChg chg="modSp new mod">
        <pc:chgData name="Madhumita Patro" userId="bdae627b6e32fdc1" providerId="LiveId" clId="{51EE9AB9-3F13-424C-B625-9DB51FEAF1BC}" dt="2025-11-03T08:39:59.395" v="121" actId="20577"/>
        <pc:sldMkLst>
          <pc:docMk/>
          <pc:sldMk cId="2370719118" sldId="259"/>
        </pc:sldMkLst>
        <pc:spChg chg="mod">
          <ac:chgData name="Madhumita Patro" userId="bdae627b6e32fdc1" providerId="LiveId" clId="{51EE9AB9-3F13-424C-B625-9DB51FEAF1BC}" dt="2025-11-03T08:39:27.781" v="116" actId="20577"/>
          <ac:spMkLst>
            <pc:docMk/>
            <pc:sldMk cId="2370719118" sldId="259"/>
            <ac:spMk id="2" creationId="{BB796382-818E-6CBD-349A-E0D01AA3CF42}"/>
          </ac:spMkLst>
        </pc:spChg>
        <pc:spChg chg="mod">
          <ac:chgData name="Madhumita Patro" userId="bdae627b6e32fdc1" providerId="LiveId" clId="{51EE9AB9-3F13-424C-B625-9DB51FEAF1BC}" dt="2025-11-03T08:39:59.395" v="121" actId="20577"/>
          <ac:spMkLst>
            <pc:docMk/>
            <pc:sldMk cId="2370719118" sldId="259"/>
            <ac:spMk id="3" creationId="{77ADC66E-DAA9-5732-DA7B-4D91418F572F}"/>
          </ac:spMkLst>
        </pc:spChg>
      </pc:sldChg>
      <pc:sldChg chg="modSp new mod">
        <pc:chgData name="Madhumita Patro" userId="bdae627b6e32fdc1" providerId="LiveId" clId="{51EE9AB9-3F13-424C-B625-9DB51FEAF1BC}" dt="2025-11-03T08:42:57.696" v="179" actId="20577"/>
        <pc:sldMkLst>
          <pc:docMk/>
          <pc:sldMk cId="1804705728" sldId="260"/>
        </pc:sldMkLst>
        <pc:spChg chg="mod">
          <ac:chgData name="Madhumita Patro" userId="bdae627b6e32fdc1" providerId="LiveId" clId="{51EE9AB9-3F13-424C-B625-9DB51FEAF1BC}" dt="2025-11-03T08:40:32.750" v="139" actId="20577"/>
          <ac:spMkLst>
            <pc:docMk/>
            <pc:sldMk cId="1804705728" sldId="260"/>
            <ac:spMk id="2" creationId="{8B896B47-70EE-F9DF-A8F3-37176FD05E1E}"/>
          </ac:spMkLst>
        </pc:spChg>
        <pc:spChg chg="mod">
          <ac:chgData name="Madhumita Patro" userId="bdae627b6e32fdc1" providerId="LiveId" clId="{51EE9AB9-3F13-424C-B625-9DB51FEAF1BC}" dt="2025-11-03T08:42:57.696" v="179" actId="20577"/>
          <ac:spMkLst>
            <pc:docMk/>
            <pc:sldMk cId="1804705728" sldId="260"/>
            <ac:spMk id="3" creationId="{A742BAA5-A313-2B88-93CC-B6DF2783D13F}"/>
          </ac:spMkLst>
        </pc:spChg>
      </pc:sldChg>
      <pc:sldChg chg="modSp new mod">
        <pc:chgData name="Madhumita Patro" userId="bdae627b6e32fdc1" providerId="LiveId" clId="{51EE9AB9-3F13-424C-B625-9DB51FEAF1BC}" dt="2025-11-03T08:43:20.222" v="180"/>
        <pc:sldMkLst>
          <pc:docMk/>
          <pc:sldMk cId="13218879" sldId="261"/>
        </pc:sldMkLst>
        <pc:spChg chg="mod">
          <ac:chgData name="Madhumita Patro" userId="bdae627b6e32fdc1" providerId="LiveId" clId="{51EE9AB9-3F13-424C-B625-9DB51FEAF1BC}" dt="2025-11-03T08:43:20.222" v="180"/>
          <ac:spMkLst>
            <pc:docMk/>
            <pc:sldMk cId="13218879" sldId="261"/>
            <ac:spMk id="2" creationId="{1B13491D-4A4B-3EAB-C929-1F4B4A99F494}"/>
          </ac:spMkLst>
        </pc:spChg>
        <pc:spChg chg="mod">
          <ac:chgData name="Madhumita Patro" userId="bdae627b6e32fdc1" providerId="LiveId" clId="{51EE9AB9-3F13-424C-B625-9DB51FEAF1BC}" dt="2025-11-03T08:42:27.349" v="166" actId="27636"/>
          <ac:spMkLst>
            <pc:docMk/>
            <pc:sldMk cId="13218879" sldId="261"/>
            <ac:spMk id="3" creationId="{76460CA1-2A29-D082-78F5-2FB533F192B6}"/>
          </ac:spMkLst>
        </pc:spChg>
      </pc:sldChg>
      <pc:sldChg chg="modSp new">
        <pc:chgData name="Madhumita Patro" userId="bdae627b6e32fdc1" providerId="LiveId" clId="{51EE9AB9-3F13-424C-B625-9DB51FEAF1BC}" dt="2025-11-03T08:43:48.361" v="183"/>
        <pc:sldMkLst>
          <pc:docMk/>
          <pc:sldMk cId="1940540906" sldId="262"/>
        </pc:sldMkLst>
        <pc:spChg chg="mod">
          <ac:chgData name="Madhumita Patro" userId="bdae627b6e32fdc1" providerId="LiveId" clId="{51EE9AB9-3F13-424C-B625-9DB51FEAF1BC}" dt="2025-11-03T08:43:38.915" v="182"/>
          <ac:spMkLst>
            <pc:docMk/>
            <pc:sldMk cId="1940540906" sldId="262"/>
            <ac:spMk id="2" creationId="{C519EBDF-D280-C623-E9D8-C3EB08158845}"/>
          </ac:spMkLst>
        </pc:spChg>
        <pc:spChg chg="mod">
          <ac:chgData name="Madhumita Patro" userId="bdae627b6e32fdc1" providerId="LiveId" clId="{51EE9AB9-3F13-424C-B625-9DB51FEAF1BC}" dt="2025-11-03T08:43:48.361" v="183"/>
          <ac:spMkLst>
            <pc:docMk/>
            <pc:sldMk cId="1940540906" sldId="262"/>
            <ac:spMk id="3" creationId="{72486965-318A-AF98-7272-68DB722F2A78}"/>
          </ac:spMkLst>
        </pc:spChg>
      </pc:sldChg>
      <pc:sldChg chg="modSp new mod">
        <pc:chgData name="Madhumita Patro" userId="bdae627b6e32fdc1" providerId="LiveId" clId="{51EE9AB9-3F13-424C-B625-9DB51FEAF1BC}" dt="2025-11-03T08:44:28.509" v="201" actId="20577"/>
        <pc:sldMkLst>
          <pc:docMk/>
          <pc:sldMk cId="2675614799" sldId="263"/>
        </pc:sldMkLst>
        <pc:spChg chg="mod">
          <ac:chgData name="Madhumita Patro" userId="bdae627b6e32fdc1" providerId="LiveId" clId="{51EE9AB9-3F13-424C-B625-9DB51FEAF1BC}" dt="2025-11-03T08:44:01.925" v="185"/>
          <ac:spMkLst>
            <pc:docMk/>
            <pc:sldMk cId="2675614799" sldId="263"/>
            <ac:spMk id="2" creationId="{3BF8C6AE-EC65-73E5-57A1-5BF8C9E256F5}"/>
          </ac:spMkLst>
        </pc:spChg>
        <pc:spChg chg="mod">
          <ac:chgData name="Madhumita Patro" userId="bdae627b6e32fdc1" providerId="LiveId" clId="{51EE9AB9-3F13-424C-B625-9DB51FEAF1BC}" dt="2025-11-03T08:44:28.509" v="201" actId="20577"/>
          <ac:spMkLst>
            <pc:docMk/>
            <pc:sldMk cId="2675614799" sldId="263"/>
            <ac:spMk id="3" creationId="{7E99D530-C50E-D0B3-9B14-B93399974D47}"/>
          </ac:spMkLst>
        </pc:spChg>
      </pc:sldChg>
      <pc:sldChg chg="addSp delSp modSp new mod">
        <pc:chgData name="Madhumita Patro" userId="bdae627b6e32fdc1" providerId="LiveId" clId="{51EE9AB9-3F13-424C-B625-9DB51FEAF1BC}" dt="2025-11-03T08:56:46.484" v="227" actId="14100"/>
        <pc:sldMkLst>
          <pc:docMk/>
          <pc:sldMk cId="3327337989" sldId="264"/>
        </pc:sldMkLst>
        <pc:spChg chg="mod">
          <ac:chgData name="Madhumita Patro" userId="bdae627b6e32fdc1" providerId="LiveId" clId="{51EE9AB9-3F13-424C-B625-9DB51FEAF1BC}" dt="2025-11-03T08:56:02.422" v="224" actId="20577"/>
          <ac:spMkLst>
            <pc:docMk/>
            <pc:sldMk cId="3327337989" sldId="264"/>
            <ac:spMk id="2" creationId="{77A1F323-5E55-C0CB-5840-18A6FD1D6313}"/>
          </ac:spMkLst>
        </pc:spChg>
        <pc:spChg chg="del">
          <ac:chgData name="Madhumita Patro" userId="bdae627b6e32fdc1" providerId="LiveId" clId="{51EE9AB9-3F13-424C-B625-9DB51FEAF1BC}" dt="2025-11-03T08:56:35.901" v="225" actId="22"/>
          <ac:spMkLst>
            <pc:docMk/>
            <pc:sldMk cId="3327337989" sldId="264"/>
            <ac:spMk id="3" creationId="{7850E831-16E4-1521-67D0-029CCADDF640}"/>
          </ac:spMkLst>
        </pc:spChg>
        <pc:picChg chg="add mod ord">
          <ac:chgData name="Madhumita Patro" userId="bdae627b6e32fdc1" providerId="LiveId" clId="{51EE9AB9-3F13-424C-B625-9DB51FEAF1BC}" dt="2025-11-03T08:56:46.484" v="227" actId="14100"/>
          <ac:picMkLst>
            <pc:docMk/>
            <pc:sldMk cId="3327337989" sldId="264"/>
            <ac:picMk id="7" creationId="{039DECB5-2B83-322A-6DF1-44C0399EABA7}"/>
          </ac:picMkLst>
        </pc:picChg>
      </pc:sldChg>
      <pc:sldChg chg="modSp new mod">
        <pc:chgData name="Madhumita Patro" userId="bdae627b6e32fdc1" providerId="LiveId" clId="{51EE9AB9-3F13-424C-B625-9DB51FEAF1BC}" dt="2025-11-03T08:57:41.787" v="232" actId="20577"/>
        <pc:sldMkLst>
          <pc:docMk/>
          <pc:sldMk cId="2775432596" sldId="265"/>
        </pc:sldMkLst>
        <pc:spChg chg="mod">
          <ac:chgData name="Madhumita Patro" userId="bdae627b6e32fdc1" providerId="LiveId" clId="{51EE9AB9-3F13-424C-B625-9DB51FEAF1BC}" dt="2025-11-03T08:57:29.322" v="229"/>
          <ac:spMkLst>
            <pc:docMk/>
            <pc:sldMk cId="2775432596" sldId="265"/>
            <ac:spMk id="2" creationId="{60B2411E-A9DE-2496-5F3B-E16091E32965}"/>
          </ac:spMkLst>
        </pc:spChg>
        <pc:spChg chg="mod">
          <ac:chgData name="Madhumita Patro" userId="bdae627b6e32fdc1" providerId="LiveId" clId="{51EE9AB9-3F13-424C-B625-9DB51FEAF1BC}" dt="2025-11-03T08:57:41.787" v="232" actId="20577"/>
          <ac:spMkLst>
            <pc:docMk/>
            <pc:sldMk cId="2775432596" sldId="265"/>
            <ac:spMk id="3" creationId="{CCFBE798-29BB-47EF-8570-7841D14B421D}"/>
          </ac:spMkLst>
        </pc:spChg>
      </pc:sldChg>
      <pc:sldChg chg="addSp modSp new mod">
        <pc:chgData name="Madhumita Patro" userId="bdae627b6e32fdc1" providerId="LiveId" clId="{51EE9AB9-3F13-424C-B625-9DB51FEAF1BC}" dt="2025-11-03T09:03:27.476" v="238" actId="14100"/>
        <pc:sldMkLst>
          <pc:docMk/>
          <pc:sldMk cId="146917192" sldId="266"/>
        </pc:sldMkLst>
        <pc:spChg chg="mod">
          <ac:chgData name="Madhumita Patro" userId="bdae627b6e32fdc1" providerId="LiveId" clId="{51EE9AB9-3F13-424C-B625-9DB51FEAF1BC}" dt="2025-11-03T09:01:14.491" v="234"/>
          <ac:spMkLst>
            <pc:docMk/>
            <pc:sldMk cId="146917192" sldId="266"/>
            <ac:spMk id="2" creationId="{99BEADEB-E3EB-585A-5011-76778178AB4C}"/>
          </ac:spMkLst>
        </pc:spChg>
        <pc:spChg chg="mod">
          <ac:chgData name="Madhumita Patro" userId="bdae627b6e32fdc1" providerId="LiveId" clId="{51EE9AB9-3F13-424C-B625-9DB51FEAF1BC}" dt="2025-11-03T09:01:51.553" v="235"/>
          <ac:spMkLst>
            <pc:docMk/>
            <pc:sldMk cId="146917192" sldId="266"/>
            <ac:spMk id="3" creationId="{44004E3A-BD41-769E-8072-93894301B0E5}"/>
          </ac:spMkLst>
        </pc:spChg>
        <pc:picChg chg="add mod">
          <ac:chgData name="Madhumita Patro" userId="bdae627b6e32fdc1" providerId="LiveId" clId="{51EE9AB9-3F13-424C-B625-9DB51FEAF1BC}" dt="2025-11-03T09:03:27.476" v="238" actId="14100"/>
          <ac:picMkLst>
            <pc:docMk/>
            <pc:sldMk cId="146917192" sldId="266"/>
            <ac:picMk id="7" creationId="{C2EE961D-3DA5-59B6-D285-A52B80EE2BAA}"/>
          </ac:picMkLst>
        </pc:picChg>
      </pc:sldChg>
      <pc:sldChg chg="addSp delSp modSp new mod">
        <pc:chgData name="Madhumita Patro" userId="bdae627b6e32fdc1" providerId="LiveId" clId="{51EE9AB9-3F13-424C-B625-9DB51FEAF1BC}" dt="2025-11-03T09:06:39.221" v="244" actId="27636"/>
        <pc:sldMkLst>
          <pc:docMk/>
          <pc:sldMk cId="1421008274" sldId="267"/>
        </pc:sldMkLst>
        <pc:spChg chg="mod">
          <ac:chgData name="Madhumita Patro" userId="bdae627b6e32fdc1" providerId="LiveId" clId="{51EE9AB9-3F13-424C-B625-9DB51FEAF1BC}" dt="2025-11-03T09:06:39.221" v="244" actId="27636"/>
          <ac:spMkLst>
            <pc:docMk/>
            <pc:sldMk cId="1421008274" sldId="267"/>
            <ac:spMk id="2" creationId="{62E65CB1-3432-3852-9A4A-1F419D7147B1}"/>
          </ac:spMkLst>
        </pc:spChg>
        <pc:spChg chg="add del">
          <ac:chgData name="Madhumita Patro" userId="bdae627b6e32fdc1" providerId="LiveId" clId="{51EE9AB9-3F13-424C-B625-9DB51FEAF1BC}" dt="2025-11-03T09:06:27.240" v="242"/>
          <ac:spMkLst>
            <pc:docMk/>
            <pc:sldMk cId="1421008274" sldId="267"/>
            <ac:spMk id="3" creationId="{FE7B6C90-AF5D-D2FF-31EC-DD5381C97356}"/>
          </ac:spMkLst>
        </pc:spChg>
        <pc:spChg chg="add mod">
          <ac:chgData name="Madhumita Patro" userId="bdae627b6e32fdc1" providerId="LiveId" clId="{51EE9AB9-3F13-424C-B625-9DB51FEAF1BC}" dt="2025-11-03T09:06:27.222" v="241"/>
          <ac:spMkLst>
            <pc:docMk/>
            <pc:sldMk cId="1421008274" sldId="267"/>
            <ac:spMk id="6" creationId="{31EDE563-07AF-DF89-2F46-04FD02B49C64}"/>
          </ac:spMkLst>
        </pc:spChg>
        <pc:picChg chg="add mod">
          <ac:chgData name="Madhumita Patro" userId="bdae627b6e32fdc1" providerId="LiveId" clId="{51EE9AB9-3F13-424C-B625-9DB51FEAF1BC}" dt="2025-11-03T09:06:27.240" v="242"/>
          <ac:picMkLst>
            <pc:docMk/>
            <pc:sldMk cId="1421008274" sldId="267"/>
            <ac:picMk id="7" creationId="{DB995583-431E-2AD4-D616-239E321DB580}"/>
          </ac:picMkLst>
        </pc:picChg>
      </pc:sldChg>
      <pc:sldChg chg="addSp delSp modSp new mod">
        <pc:chgData name="Madhumita Patro" userId="bdae627b6e32fdc1" providerId="LiveId" clId="{51EE9AB9-3F13-424C-B625-9DB51FEAF1BC}" dt="2025-11-03T09:13:08.908" v="247" actId="22"/>
        <pc:sldMkLst>
          <pc:docMk/>
          <pc:sldMk cId="649430573" sldId="268"/>
        </pc:sldMkLst>
        <pc:spChg chg="mod">
          <ac:chgData name="Madhumita Patro" userId="bdae627b6e32fdc1" providerId="LiveId" clId="{51EE9AB9-3F13-424C-B625-9DB51FEAF1BC}" dt="2025-11-03T09:08:42.132" v="246"/>
          <ac:spMkLst>
            <pc:docMk/>
            <pc:sldMk cId="649430573" sldId="268"/>
            <ac:spMk id="2" creationId="{102450AC-2A89-7C5B-481B-025CCCB97EA4}"/>
          </ac:spMkLst>
        </pc:spChg>
        <pc:spChg chg="del">
          <ac:chgData name="Madhumita Patro" userId="bdae627b6e32fdc1" providerId="LiveId" clId="{51EE9AB9-3F13-424C-B625-9DB51FEAF1BC}" dt="2025-11-03T09:13:08.908" v="247" actId="22"/>
          <ac:spMkLst>
            <pc:docMk/>
            <pc:sldMk cId="649430573" sldId="268"/>
            <ac:spMk id="3" creationId="{BB34AC60-CF11-2704-F5BE-4FD953CBDDD0}"/>
          </ac:spMkLst>
        </pc:spChg>
        <pc:picChg chg="add mod ord">
          <ac:chgData name="Madhumita Patro" userId="bdae627b6e32fdc1" providerId="LiveId" clId="{51EE9AB9-3F13-424C-B625-9DB51FEAF1BC}" dt="2025-11-03T09:13:08.908" v="247" actId="22"/>
          <ac:picMkLst>
            <pc:docMk/>
            <pc:sldMk cId="649430573" sldId="268"/>
            <ac:picMk id="7" creationId="{49D1B4C1-1FEE-2373-2D84-FD05C432A987}"/>
          </ac:picMkLst>
        </pc:picChg>
      </pc:sldChg>
      <pc:sldChg chg="addSp delSp modSp new mod">
        <pc:chgData name="Madhumita Patro" userId="bdae627b6e32fdc1" providerId="LiveId" clId="{51EE9AB9-3F13-424C-B625-9DB51FEAF1BC}" dt="2025-11-03T09:52:12.424" v="258" actId="14100"/>
        <pc:sldMkLst>
          <pc:docMk/>
          <pc:sldMk cId="1626625019" sldId="269"/>
        </pc:sldMkLst>
        <pc:spChg chg="mod">
          <ac:chgData name="Madhumita Patro" userId="bdae627b6e32fdc1" providerId="LiveId" clId="{51EE9AB9-3F13-424C-B625-9DB51FEAF1BC}" dt="2025-11-03T09:48:42.774" v="252"/>
          <ac:spMkLst>
            <pc:docMk/>
            <pc:sldMk cId="1626625019" sldId="269"/>
            <ac:spMk id="2" creationId="{DE4D052B-E930-77A0-69C6-576EFB30F5E2}"/>
          </ac:spMkLst>
        </pc:spChg>
        <pc:spChg chg="del">
          <ac:chgData name="Madhumita Patro" userId="bdae627b6e32fdc1" providerId="LiveId" clId="{51EE9AB9-3F13-424C-B625-9DB51FEAF1BC}" dt="2025-11-03T09:51:45.871" v="253" actId="22"/>
          <ac:spMkLst>
            <pc:docMk/>
            <pc:sldMk cId="1626625019" sldId="269"/>
            <ac:spMk id="3" creationId="{EEB2B618-8251-3E13-F5F6-835FE796AA77}"/>
          </ac:spMkLst>
        </pc:spChg>
        <pc:picChg chg="add mod ord">
          <ac:chgData name="Madhumita Patro" userId="bdae627b6e32fdc1" providerId="LiveId" clId="{51EE9AB9-3F13-424C-B625-9DB51FEAF1BC}" dt="2025-11-03T09:52:12.424" v="258" actId="14100"/>
          <ac:picMkLst>
            <pc:docMk/>
            <pc:sldMk cId="1626625019" sldId="269"/>
            <ac:picMk id="7" creationId="{F9A439DE-B8CD-1BF4-2BDF-E328059D3FED}"/>
          </ac:picMkLst>
        </pc:picChg>
      </pc:sldChg>
      <pc:sldChg chg="addSp delSp modSp new mod">
        <pc:chgData name="Madhumita Patro" userId="bdae627b6e32fdc1" providerId="LiveId" clId="{51EE9AB9-3F13-424C-B625-9DB51FEAF1BC}" dt="2025-11-03T10:36:41.482" v="270" actId="478"/>
        <pc:sldMkLst>
          <pc:docMk/>
          <pc:sldMk cId="2076749669" sldId="270"/>
        </pc:sldMkLst>
        <pc:spChg chg="mod">
          <ac:chgData name="Madhumita Patro" userId="bdae627b6e32fdc1" providerId="LiveId" clId="{51EE9AB9-3F13-424C-B625-9DB51FEAF1BC}" dt="2025-11-03T09:52:35.841" v="260"/>
          <ac:spMkLst>
            <pc:docMk/>
            <pc:sldMk cId="2076749669" sldId="270"/>
            <ac:spMk id="2" creationId="{BB13C39B-219E-5AB1-8B56-324F5A855A4C}"/>
          </ac:spMkLst>
        </pc:spChg>
        <pc:spChg chg="del">
          <ac:chgData name="Madhumita Patro" userId="bdae627b6e32fdc1" providerId="LiveId" clId="{51EE9AB9-3F13-424C-B625-9DB51FEAF1BC}" dt="2025-11-03T10:35:09.149" v="261"/>
          <ac:spMkLst>
            <pc:docMk/>
            <pc:sldMk cId="2076749669" sldId="270"/>
            <ac:spMk id="3" creationId="{C36D1B10-BFB8-D9D5-D882-EAB23AF8F02C}"/>
          </ac:spMkLst>
        </pc:spChg>
        <pc:spChg chg="add del mod">
          <ac:chgData name="Madhumita Patro" userId="bdae627b6e32fdc1" providerId="LiveId" clId="{51EE9AB9-3F13-424C-B625-9DB51FEAF1BC}" dt="2025-11-03T10:36:41.482" v="270" actId="478"/>
          <ac:spMkLst>
            <pc:docMk/>
            <pc:sldMk cId="2076749669" sldId="270"/>
            <ac:spMk id="6" creationId="{67958750-6EF5-7EE9-0BE1-F2E3DDA22ED9}"/>
          </ac:spMkLst>
        </pc:spChg>
        <pc:spChg chg="add">
          <ac:chgData name="Madhumita Patro" userId="bdae627b6e32fdc1" providerId="LiveId" clId="{51EE9AB9-3F13-424C-B625-9DB51FEAF1BC}" dt="2025-11-03T10:35:13.612" v="262"/>
          <ac:spMkLst>
            <pc:docMk/>
            <pc:sldMk cId="2076749669" sldId="270"/>
            <ac:spMk id="7" creationId="{889FECB2-2705-39A7-3009-D2E717EA6147}"/>
          </ac:spMkLst>
        </pc:spChg>
        <pc:spChg chg="add del mod">
          <ac:chgData name="Madhumita Patro" userId="bdae627b6e32fdc1" providerId="LiveId" clId="{51EE9AB9-3F13-424C-B625-9DB51FEAF1BC}" dt="2025-11-03T10:35:31.424" v="266" actId="478"/>
          <ac:spMkLst>
            <pc:docMk/>
            <pc:sldMk cId="2076749669" sldId="270"/>
            <ac:spMk id="8" creationId="{9396F4AC-4CF8-AE15-C38A-4FC6FF22FB92}"/>
          </ac:spMkLst>
        </pc:spChg>
        <pc:picChg chg="add mod">
          <ac:chgData name="Madhumita Patro" userId="bdae627b6e32fdc1" providerId="LiveId" clId="{51EE9AB9-3F13-424C-B625-9DB51FEAF1BC}" dt="2025-11-03T10:36:35.776" v="269" actId="14100"/>
          <ac:picMkLst>
            <pc:docMk/>
            <pc:sldMk cId="2076749669" sldId="270"/>
            <ac:picMk id="10" creationId="{4A7A902F-134F-65B4-3A6A-5110C34AE750}"/>
          </ac:picMkLst>
        </pc:picChg>
      </pc:sldChg>
      <pc:sldChg chg="addSp delSp modSp new mod">
        <pc:chgData name="Madhumita Patro" userId="bdae627b6e32fdc1" providerId="LiveId" clId="{51EE9AB9-3F13-424C-B625-9DB51FEAF1BC}" dt="2025-11-03T10:40:23.823" v="283" actId="478"/>
        <pc:sldMkLst>
          <pc:docMk/>
          <pc:sldMk cId="2180609726" sldId="271"/>
        </pc:sldMkLst>
        <pc:spChg chg="mod">
          <ac:chgData name="Madhumita Patro" userId="bdae627b6e32fdc1" providerId="LiveId" clId="{51EE9AB9-3F13-424C-B625-9DB51FEAF1BC}" dt="2025-11-03T10:37:15.922" v="272"/>
          <ac:spMkLst>
            <pc:docMk/>
            <pc:sldMk cId="2180609726" sldId="271"/>
            <ac:spMk id="2" creationId="{82C84FC4-AF7D-109E-70CE-DECF519690DC}"/>
          </ac:spMkLst>
        </pc:spChg>
        <pc:spChg chg="add del mod">
          <ac:chgData name="Madhumita Patro" userId="bdae627b6e32fdc1" providerId="LiveId" clId="{51EE9AB9-3F13-424C-B625-9DB51FEAF1BC}" dt="2025-11-03T10:40:23.823" v="283" actId="478"/>
          <ac:spMkLst>
            <pc:docMk/>
            <pc:sldMk cId="2180609726" sldId="271"/>
            <ac:spMk id="3" creationId="{70DF841C-C553-3B98-3B62-BA8FFE8E4BDC}"/>
          </ac:spMkLst>
        </pc:spChg>
        <pc:spChg chg="add del mod">
          <ac:chgData name="Madhumita Patro" userId="bdae627b6e32fdc1" providerId="LiveId" clId="{51EE9AB9-3F13-424C-B625-9DB51FEAF1BC}" dt="2025-11-03T10:40:19.241" v="281" actId="478"/>
          <ac:spMkLst>
            <pc:docMk/>
            <pc:sldMk cId="2180609726" sldId="271"/>
            <ac:spMk id="9" creationId="{1CCD24BF-2D4E-F6C5-4AA7-B27CC74040D8}"/>
          </ac:spMkLst>
        </pc:spChg>
        <pc:spChg chg="add del mod">
          <ac:chgData name="Madhumita Patro" userId="bdae627b6e32fdc1" providerId="LiveId" clId="{51EE9AB9-3F13-424C-B625-9DB51FEAF1BC}" dt="2025-11-03T10:40:23.823" v="283" actId="478"/>
          <ac:spMkLst>
            <pc:docMk/>
            <pc:sldMk cId="2180609726" sldId="271"/>
            <ac:spMk id="11" creationId="{B1382180-261E-1F1C-2323-00131A1D1F47}"/>
          </ac:spMkLst>
        </pc:spChg>
        <pc:picChg chg="add mod">
          <ac:chgData name="Madhumita Patro" userId="bdae627b6e32fdc1" providerId="LiveId" clId="{51EE9AB9-3F13-424C-B625-9DB51FEAF1BC}" dt="2025-11-03T10:40:12.776" v="279" actId="14100"/>
          <ac:picMkLst>
            <pc:docMk/>
            <pc:sldMk cId="2180609726" sldId="271"/>
            <ac:picMk id="7" creationId="{817CF5EB-37F8-13AD-18EA-208565991AA3}"/>
          </ac:picMkLst>
        </pc:picChg>
      </pc:sldChg>
      <pc:sldChg chg="addSp delSp modSp new mod">
        <pc:chgData name="Madhumita Patro" userId="bdae627b6e32fdc1" providerId="LiveId" clId="{51EE9AB9-3F13-424C-B625-9DB51FEAF1BC}" dt="2025-11-03T11:07:21.305" v="286"/>
        <pc:sldMkLst>
          <pc:docMk/>
          <pc:sldMk cId="1303858355" sldId="272"/>
        </pc:sldMkLst>
        <pc:spChg chg="mod">
          <ac:chgData name="Madhumita Patro" userId="bdae627b6e32fdc1" providerId="LiveId" clId="{51EE9AB9-3F13-424C-B625-9DB51FEAF1BC}" dt="2025-11-03T11:07:21.305" v="286"/>
          <ac:spMkLst>
            <pc:docMk/>
            <pc:sldMk cId="1303858355" sldId="272"/>
            <ac:spMk id="2" creationId="{925D2DD0-1E29-CAE3-4D0E-0704A397BB70}"/>
          </ac:spMkLst>
        </pc:spChg>
        <pc:spChg chg="del">
          <ac:chgData name="Madhumita Patro" userId="bdae627b6e32fdc1" providerId="LiveId" clId="{51EE9AB9-3F13-424C-B625-9DB51FEAF1BC}" dt="2025-11-03T11:07:07.436" v="285" actId="22"/>
          <ac:spMkLst>
            <pc:docMk/>
            <pc:sldMk cId="1303858355" sldId="272"/>
            <ac:spMk id="3" creationId="{604B8A21-4B1E-5032-428E-6556B2FFF67A}"/>
          </ac:spMkLst>
        </pc:spChg>
        <pc:picChg chg="add mod ord">
          <ac:chgData name="Madhumita Patro" userId="bdae627b6e32fdc1" providerId="LiveId" clId="{51EE9AB9-3F13-424C-B625-9DB51FEAF1BC}" dt="2025-11-03T11:07:07.436" v="285" actId="22"/>
          <ac:picMkLst>
            <pc:docMk/>
            <pc:sldMk cId="1303858355" sldId="272"/>
            <ac:picMk id="7" creationId="{8F4186AA-F730-0A73-FF36-C58BFFBCFA78}"/>
          </ac:picMkLst>
        </pc:picChg>
      </pc:sldChg>
      <pc:sldChg chg="addSp delSp modSp new mod">
        <pc:chgData name="Madhumita Patro" userId="bdae627b6e32fdc1" providerId="LiveId" clId="{51EE9AB9-3F13-424C-B625-9DB51FEAF1BC}" dt="2025-11-03T13:32:37.153" v="290"/>
        <pc:sldMkLst>
          <pc:docMk/>
          <pc:sldMk cId="201894002" sldId="273"/>
        </pc:sldMkLst>
        <pc:spChg chg="mod">
          <ac:chgData name="Madhumita Patro" userId="bdae627b6e32fdc1" providerId="LiveId" clId="{51EE9AB9-3F13-424C-B625-9DB51FEAF1BC}" dt="2025-11-03T13:32:37.153" v="290"/>
          <ac:spMkLst>
            <pc:docMk/>
            <pc:sldMk cId="201894002" sldId="273"/>
            <ac:spMk id="2" creationId="{AA2EED07-C5E8-6EEF-F133-9BDA01063B7E}"/>
          </ac:spMkLst>
        </pc:spChg>
        <pc:spChg chg="del">
          <ac:chgData name="Madhumita Patro" userId="bdae627b6e32fdc1" providerId="LiveId" clId="{51EE9AB9-3F13-424C-B625-9DB51FEAF1BC}" dt="2025-11-03T13:32:12.667" v="288" actId="22"/>
          <ac:spMkLst>
            <pc:docMk/>
            <pc:sldMk cId="201894002" sldId="273"/>
            <ac:spMk id="3" creationId="{75A04E32-883C-B3DD-CB51-D2AB491D25CE}"/>
          </ac:spMkLst>
        </pc:spChg>
        <pc:picChg chg="add mod ord">
          <ac:chgData name="Madhumita Patro" userId="bdae627b6e32fdc1" providerId="LiveId" clId="{51EE9AB9-3F13-424C-B625-9DB51FEAF1BC}" dt="2025-11-03T13:32:12.667" v="288" actId="22"/>
          <ac:picMkLst>
            <pc:docMk/>
            <pc:sldMk cId="201894002" sldId="273"/>
            <ac:picMk id="7" creationId="{E747D7AB-790B-BC6A-F987-0E7D8B93074A}"/>
          </ac:picMkLst>
        </pc:picChg>
      </pc:sldChg>
      <pc:sldChg chg="addSp delSp modSp new mod">
        <pc:chgData name="Madhumita Patro" userId="bdae627b6e32fdc1" providerId="LiveId" clId="{51EE9AB9-3F13-424C-B625-9DB51FEAF1BC}" dt="2025-11-03T13:34:27.058" v="322" actId="22"/>
        <pc:sldMkLst>
          <pc:docMk/>
          <pc:sldMk cId="3449309169" sldId="274"/>
        </pc:sldMkLst>
        <pc:spChg chg="mod">
          <ac:chgData name="Madhumita Patro" userId="bdae627b6e32fdc1" providerId="LiveId" clId="{51EE9AB9-3F13-424C-B625-9DB51FEAF1BC}" dt="2025-11-03T13:34:25.151" v="321" actId="20577"/>
          <ac:spMkLst>
            <pc:docMk/>
            <pc:sldMk cId="3449309169" sldId="274"/>
            <ac:spMk id="2" creationId="{FFF3BAF3-8B45-55CD-BE7C-FAF1EB771563}"/>
          </ac:spMkLst>
        </pc:spChg>
        <pc:spChg chg="del">
          <ac:chgData name="Madhumita Patro" userId="bdae627b6e32fdc1" providerId="LiveId" clId="{51EE9AB9-3F13-424C-B625-9DB51FEAF1BC}" dt="2025-11-03T13:34:27.058" v="322" actId="22"/>
          <ac:spMkLst>
            <pc:docMk/>
            <pc:sldMk cId="3449309169" sldId="274"/>
            <ac:spMk id="3" creationId="{5D0C9C65-A0C2-10B5-C345-8D7AFC53C217}"/>
          </ac:spMkLst>
        </pc:spChg>
        <pc:picChg chg="add mod ord">
          <ac:chgData name="Madhumita Patro" userId="bdae627b6e32fdc1" providerId="LiveId" clId="{51EE9AB9-3F13-424C-B625-9DB51FEAF1BC}" dt="2025-11-03T13:34:27.058" v="322" actId="22"/>
          <ac:picMkLst>
            <pc:docMk/>
            <pc:sldMk cId="3449309169" sldId="274"/>
            <ac:picMk id="7" creationId="{BD62868C-C901-26D2-9ADA-79759C1563E7}"/>
          </ac:picMkLst>
        </pc:picChg>
      </pc:sldChg>
      <pc:sldChg chg="addSp delSp modSp new mod">
        <pc:chgData name="Madhumita Patro" userId="bdae627b6e32fdc1" providerId="LiveId" clId="{51EE9AB9-3F13-424C-B625-9DB51FEAF1BC}" dt="2025-11-03T15:06:38.746" v="385" actId="478"/>
        <pc:sldMkLst>
          <pc:docMk/>
          <pc:sldMk cId="2393875453" sldId="275"/>
        </pc:sldMkLst>
        <pc:spChg chg="mod">
          <ac:chgData name="Madhumita Patro" userId="bdae627b6e32fdc1" providerId="LiveId" clId="{51EE9AB9-3F13-424C-B625-9DB51FEAF1BC}" dt="2025-11-03T15:06:34.155" v="384" actId="27636"/>
          <ac:spMkLst>
            <pc:docMk/>
            <pc:sldMk cId="2393875453" sldId="275"/>
            <ac:spMk id="2" creationId="{E1493D23-4750-D328-D96E-2070735A9EF4}"/>
          </ac:spMkLst>
        </pc:spChg>
        <pc:spChg chg="del">
          <ac:chgData name="Madhumita Patro" userId="bdae627b6e32fdc1" providerId="LiveId" clId="{51EE9AB9-3F13-424C-B625-9DB51FEAF1BC}" dt="2025-11-03T15:06:38.746" v="385" actId="478"/>
          <ac:spMkLst>
            <pc:docMk/>
            <pc:sldMk cId="2393875453" sldId="275"/>
            <ac:spMk id="3" creationId="{B29F979E-BBEC-EC15-CEB2-48610210F680}"/>
          </ac:spMkLst>
        </pc:spChg>
        <pc:picChg chg="add mod">
          <ac:chgData name="Madhumita Patro" userId="bdae627b6e32fdc1" providerId="LiveId" clId="{51EE9AB9-3F13-424C-B625-9DB51FEAF1BC}" dt="2025-11-03T15:06:05.890" v="328" actId="1076"/>
          <ac:picMkLst>
            <pc:docMk/>
            <pc:sldMk cId="2393875453" sldId="275"/>
            <ac:picMk id="7" creationId="{DB45C824-0699-607E-C167-90230C0DF4AE}"/>
          </ac:picMkLst>
        </pc:picChg>
      </pc:sldChg>
      <pc:sldChg chg="modSp new mod">
        <pc:chgData name="Madhumita Patro" userId="bdae627b6e32fdc1" providerId="LiveId" clId="{51EE9AB9-3F13-424C-B625-9DB51FEAF1BC}" dt="2025-11-03T15:35:31.754" v="413" actId="20577"/>
        <pc:sldMkLst>
          <pc:docMk/>
          <pc:sldMk cId="2601340957" sldId="276"/>
        </pc:sldMkLst>
        <pc:spChg chg="mod">
          <ac:chgData name="Madhumita Patro" userId="bdae627b6e32fdc1" providerId="LiveId" clId="{51EE9AB9-3F13-424C-B625-9DB51FEAF1BC}" dt="2025-11-03T15:35:31.754" v="413" actId="20577"/>
          <ac:spMkLst>
            <pc:docMk/>
            <pc:sldMk cId="2601340957" sldId="276"/>
            <ac:spMk id="2" creationId="{A8FE432B-A55C-3083-A184-68A857EAC17B}"/>
          </ac:spMkLst>
        </pc:spChg>
      </pc:sldChg>
      <pc:sldMasterChg chg="del delSldLayout">
        <pc:chgData name="Madhumita Patro" userId="bdae627b6e32fdc1" providerId="LiveId" clId="{51EE9AB9-3F13-424C-B625-9DB51FEAF1BC}" dt="2025-11-03T08:27:10.551" v="1" actId="26606"/>
        <pc:sldMasterMkLst>
          <pc:docMk/>
          <pc:sldMasterMk cId="3887474534" sldId="2147483648"/>
        </pc:sldMasterMkLst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667670453" sldId="2147483649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1700518873" sldId="2147483650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354490077" sldId="2147483651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3461359468" sldId="2147483652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3359406379" sldId="2147483653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3244559836" sldId="2147483654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2909899856" sldId="2147483655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4114858126" sldId="2147483656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1282762177" sldId="2147483657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2051509865" sldId="2147483658"/>
          </pc:sldLayoutMkLst>
        </pc:sldLayoutChg>
        <pc:sldLayoutChg chg="del">
          <pc:chgData name="Madhumita Patro" userId="bdae627b6e32fdc1" providerId="LiveId" clId="{51EE9AB9-3F13-424C-B625-9DB51FEAF1BC}" dt="2025-11-03T08:27:10.551" v="1" actId="26606"/>
          <pc:sldLayoutMkLst>
            <pc:docMk/>
            <pc:sldMasterMk cId="3887474534" sldId="2147483648"/>
            <pc:sldLayoutMk cId="951062495" sldId="2147483659"/>
          </pc:sldLayoutMkLst>
        </pc:sldLayoutChg>
      </pc:sldMasterChg>
      <pc:sldMasterChg chg="add addSldLayout modSldLayout">
        <pc:chgData name="Madhumita Patro" userId="bdae627b6e32fdc1" providerId="LiveId" clId="{51EE9AB9-3F13-424C-B625-9DB51FEAF1BC}" dt="2025-11-03T08:32:22.438" v="51" actId="207"/>
        <pc:sldMasterMkLst>
          <pc:docMk/>
          <pc:sldMasterMk cId="3245408762" sldId="2147483751"/>
        </pc:sldMasterMkLst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235860158" sldId="2147483702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807214149" sldId="2147483703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012895802" sldId="2147483704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965964894" sldId="2147483705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60654137" sldId="2147483706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3536111" sldId="2147483707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126732262" sldId="2147483708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741797469" sldId="2147483709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319228400" sldId="2147483710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4040707" sldId="2147483711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289784781" sldId="2147483712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57169865" sldId="2147483713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556096249" sldId="2147483714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729928489" sldId="2147483715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864191982" sldId="2147483716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728362410" sldId="2147483717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696447002" sldId="2147483718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217567761" sldId="2147483719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359050554" sldId="2147483720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186632566" sldId="2147483721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631278347" sldId="2147483722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162584360" sldId="2147483723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185970742" sldId="2147483724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874334301" sldId="2147483725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8722795" sldId="2147483726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910766937" sldId="2147483727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4155353923" sldId="2147483728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380838103" sldId="2147483729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218256788" sldId="2147483730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876739515" sldId="2147483731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668624038" sldId="2147483732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704624780" sldId="2147483733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664418229" sldId="2147483734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998993273" sldId="2147483735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665692636" sldId="2147483736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453227348" sldId="2147483737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159329927" sldId="2147483738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125482374" sldId="2147483739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971395066" sldId="2147483740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852732872" sldId="2147483741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507284540" sldId="2147483742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794732246" sldId="2147483743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108029325" sldId="2147483744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516489494" sldId="2147483745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1569046095" sldId="2147483746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2253256317" sldId="2147483747"/>
          </pc:sldLayoutMkLst>
        </pc:sldLayoutChg>
        <pc:sldLayoutChg chg="modSp add">
          <pc:chgData name="Madhumita Patro" userId="bdae627b6e32fdc1" providerId="LiveId" clId="{51EE9AB9-3F13-424C-B625-9DB51FEAF1BC}" dt="2025-11-03T08:32:22.438" v="51" actId="207"/>
          <pc:sldLayoutMkLst>
            <pc:docMk/>
            <pc:sldMasterMk cId="3245408762" sldId="2147483751"/>
            <pc:sldLayoutMk cId="1366748687" sldId="2147483748"/>
          </pc:sldLayoutMkLst>
          <pc:spChg chg="mod">
            <ac:chgData name="Madhumita Patro" userId="bdae627b6e32fdc1" providerId="LiveId" clId="{51EE9AB9-3F13-424C-B625-9DB51FEAF1BC}" dt="2025-11-03T08:32:22.438" v="51" actId="207"/>
            <ac:spMkLst>
              <pc:docMk/>
              <pc:sldMasterMk cId="3245408762" sldId="2147483751"/>
              <pc:sldLayoutMk cId="1366748687" sldId="2147483748"/>
              <ac:spMk id="2" creationId="{BC7433D9-FD02-59E2-0F81-A0B7201D2DA0}"/>
            </ac:spMkLst>
          </pc:spChg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463149061" sldId="2147483749"/>
          </pc:sldLayoutMkLst>
        </pc:sldLayoutChg>
        <pc:sldLayoutChg chg="add">
          <pc:chgData name="Madhumita Patro" userId="bdae627b6e32fdc1" providerId="LiveId" clId="{51EE9AB9-3F13-424C-B625-9DB51FEAF1BC}" dt="2025-11-03T08:27:10.551" v="1" actId="26606"/>
          <pc:sldLayoutMkLst>
            <pc:docMk/>
            <pc:sldMasterMk cId="3245408762" sldId="2147483751"/>
            <pc:sldLayoutMk cId="3951166568" sldId="21474837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59D9-E3DC-4621-A57D-91F88487A5E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F08B4-4489-439A-8889-31CE304BED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5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D3DBDE-F0B4-4065-ADAE-6ECA0D3ABFE0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4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53A58-9B9C-464C-93BB-3A50E25DF97F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F97D0B9-634F-4ABA-8B4E-04E6A4B64A7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6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8217D558-DEA7-492E-8AB9-AD03B04E51AD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6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D368-980F-4690-A181-EBEDFECB065C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1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BB67-69E0-40E2-A554-CF2C3AD6DD29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9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F6B8-B49B-4B0D-81C7-043F9A2C01D2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6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4749-B807-4D80-87B0-5903E9CB5FD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4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11B1F-68AB-4A31-9FBD-E8D0F7FF7772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3ACA4AD0-1AFE-4391-BD17-BE6E37F592BE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3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90026-F676-460D-A7A0-1AD5E7B55D2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97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37B8F-B066-42DF-86FB-C9A40745825C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2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1889-43A8-4929-AEBA-EE11E1E02E2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19F0-5CAC-44A7-8919-BA02EE2933A8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4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3C868-C903-4BCC-8286-1379C458C662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9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EEA87CE-D2FA-477A-82CB-2BE00CF1FD43}" type="datetime1">
              <a:rPr lang="en-US" smtClean="0"/>
              <a:t>11/3/2025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96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CFD0B37-6F30-461B-B164-4FE4E7E9E033}" type="datetime1">
              <a:rPr lang="en-US" smtClean="0"/>
              <a:t>11/3/2025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28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F5E69752-8C28-4263-8D23-E47DD6B4AE10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9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5DD804-B676-48C5-BE1E-16068A01CBCA}" type="datetime1">
              <a:rPr lang="en-US" smtClean="0"/>
              <a:t>11/3/2025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62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42C16C7-BD86-41E4-9584-C7CAA146CD7E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47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1F6F0C75-02AD-488E-A32A-8D2B9696CA1F}" type="datetime1">
              <a:rPr lang="en-US" smtClean="0"/>
              <a:t>11/3/2025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67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91D16BA-7587-4D87-9760-5E764818C1CC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50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5970DAC-19AF-4876-BD36-BE7C8D270D8F}" type="datetime1">
              <a:rPr lang="en-US" smtClean="0"/>
              <a:t>11/3/2025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32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6601D654-8781-4EAE-BBF2-55914F05FF1F}" type="datetime1">
              <a:rPr lang="en-US" smtClean="0"/>
              <a:t>11/3/2025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78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0ABE465B-C54B-4A06-933E-8CF87D13FD17}" type="datetime1">
              <a:rPr lang="en-US" smtClean="0"/>
              <a:t>11/3/2025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84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DD569D6-95A2-4FA3-BEB8-8FC47B698153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07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6DD26-7413-4FD2-8CB0-089674E82F39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34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C9C3B-AF92-43D3-8A53-FA93ECBD49AE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AB479BEC-8D9F-439D-9751-65F227A96D58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669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D096-55B9-41FD-8EBF-38E7AD9903AA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539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DA81E-4E52-47F3-AB8B-40959C6919D9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381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DD7BA-C71D-4465-850C-81B2BF662E65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567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6BBEF-3868-4DC3-99F1-AAA2A7BBA8DC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395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50B40-60D6-4643-ACE9-D0B56309FBDD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240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3BEE5-8488-4806-81F4-35A51A8F7321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F122-8A76-46FF-8D27-321EABA97B1F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44182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9263-D4A2-4569-AB55-E97C608FA65E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89932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EF2C5-EA33-43B5-A10C-849DA2E020F7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56926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31506-4030-4655-9761-5DE02BD327F2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273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B422C-9379-4DDE-A651-B79F19E7B808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9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4363-E2A4-4057-A811-C88AF50F2EEC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823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8950-042D-463D-BB4D-69CF287BF96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95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60ED-7850-4E81-923C-FA84C4A9B287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328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57DE0-491D-4DDC-8C59-173D334C0BE6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845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60B7D-7CF4-4EFD-B59F-535E2DF0DE9C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322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03212-4D7B-47C1-8D49-D336A686BA7F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293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49788-7DC5-4079-B7A6-2344EC53A3FE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894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ECB4-5A76-4FA5-AF16-9C9620B05DF8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46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439E5-7FCC-4B25-A96F-FC471004BD3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56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0CF22E3-4AE6-4E69-8F40-7B28B35060D6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Unified Mentor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0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F7EE-FBA5-DE9B-8DDC-2BB474AC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/>
          <a:p>
            <a:r>
              <a:rPr lang="en-IN" dirty="0"/>
              <a:t>CYBER SECURITY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B9CEAC-30B8-BC21-FC73-DB6C0A259C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" r="2986"/>
          <a:stretch/>
        </p:blipFill>
        <p:spPr>
          <a:xfrm>
            <a:off x="445" y="0"/>
            <a:ext cx="7780582" cy="2958223"/>
          </a:xfr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CC9D989-80DB-9191-44B6-190E981F5AC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/>
          <a:p>
            <a:r>
              <a:rPr lang="en-IN" b="1" dirty="0"/>
              <a:t>Suspicious Web Threat Interactions – How to handle</a:t>
            </a:r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AEF8BB-51B5-7E56-400D-3F904CE2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ABCE0D2-871E-6C4C-1D08-9F77751D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5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B718-6283-30AD-2126-D3130D6C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17C3-908A-BB95-A09B-F1063155E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 Machine learning, python, SQL, Excel</a:t>
            </a:r>
          </a:p>
          <a:p>
            <a:r>
              <a:rPr lang="en-US" dirty="0"/>
              <a:t>Tools VS code,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Domain Data Analyst</a:t>
            </a:r>
          </a:p>
          <a:p>
            <a:r>
              <a:rPr lang="en-US" dirty="0"/>
              <a:t>Project Difficulties level Advance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A823D-F89E-A342-F08F-19018F51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A6D18-3762-278D-D211-2CF67E8B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8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1469-1C67-22DF-B9BD-35DA3A6E4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Dataset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3702-ACB1-620C-6228-692677564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dataset contains web traffic records collected through AWS CloudWatch, aimed</a:t>
            </a:r>
          </a:p>
          <a:p>
            <a:pPr marL="0" indent="0">
              <a:buNone/>
            </a:pPr>
            <a:r>
              <a:rPr lang="en-US" dirty="0"/>
              <a:t>at detecting suspicious activities and potential attack attempts.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data were generated by monitoring traffic to a production web server, using</a:t>
            </a:r>
          </a:p>
          <a:p>
            <a:pPr marL="0" indent="0">
              <a:buNone/>
            </a:pPr>
            <a:r>
              <a:rPr lang="en-US" dirty="0"/>
              <a:t>various detection rules to identify anomalous patterns.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59B10-6D7C-D513-D5F4-12CC01F4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4D880-3D39-3515-2DF5-22358EF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0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6382-818E-6CBD-349A-E0D01AA3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C66E-DAA9-5732-DA7B-4D91418F5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today's cloud environments, cybersecurity is more crucial than ever. The ability to</a:t>
            </a:r>
          </a:p>
          <a:p>
            <a:pPr marL="0" indent="0">
              <a:buNone/>
            </a:pPr>
            <a:r>
              <a:rPr lang="en-US" dirty="0"/>
              <a:t>detect and respond to threats in real time can protect organizations from significant</a:t>
            </a:r>
          </a:p>
          <a:p>
            <a:pPr marL="0" indent="0">
              <a:buNone/>
            </a:pPr>
            <a:r>
              <a:rPr lang="en-US" dirty="0"/>
              <a:t>consequences.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dataset provides a view of web traffic that has been labeled as</a:t>
            </a:r>
          </a:p>
          <a:p>
            <a:pPr marL="0" indent="0">
              <a:buNone/>
            </a:pPr>
            <a:r>
              <a:rPr lang="en-US" dirty="0"/>
              <a:t>suspicious, offering a valuable resource for developers, data scientists, and security</a:t>
            </a:r>
          </a:p>
          <a:p>
            <a:pPr marL="0" indent="0">
              <a:buNone/>
            </a:pPr>
            <a:r>
              <a:rPr lang="en-US" dirty="0"/>
              <a:t>experts to enhance threat detection techniques.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0CE62-6012-78A5-805D-6DE22411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2405D-0C7C-A73B-44E1-13E43DEE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1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6B47-70EE-F9DF-A8F3-37176FD0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BAA5-A313-2B88-93CC-B6DF2783D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baseline="0" dirty="0">
                <a:solidFill>
                  <a:srgbClr val="3C4043"/>
                </a:solidFill>
                <a:latin typeface="ArialMT"/>
              </a:rPr>
              <a:t>Each entry in the dataset represents a stream of traffic to a web server, including the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solidFill>
                  <a:srgbClr val="3C4043"/>
                </a:solidFill>
                <a:latin typeface="ArialMT"/>
              </a:rPr>
              <a:t>following columns:</a:t>
            </a:r>
          </a:p>
          <a:p>
            <a:pPr marL="0" indent="0" algn="l">
              <a:buNone/>
            </a:pPr>
            <a:endParaRPr lang="en-IN" b="0" i="0" u="none" strike="noStrike" baseline="0" dirty="0">
              <a:solidFill>
                <a:srgbClr val="3C4043"/>
              </a:solidFill>
              <a:latin typeface="ArialMT"/>
            </a:endParaRPr>
          </a:p>
          <a:p>
            <a:pPr algn="l"/>
            <a:r>
              <a:rPr lang="en-US" b="0" i="0" u="none" strike="noStrike" baseline="0" dirty="0" err="1">
                <a:solidFill>
                  <a:srgbClr val="3C4043"/>
                </a:solidFill>
                <a:latin typeface="RobotoMono-Regular"/>
              </a:rPr>
              <a:t>bytes_in</a:t>
            </a:r>
            <a:r>
              <a:rPr lang="en-US" b="0" i="0" u="none" strike="noStrike" baseline="0" dirty="0">
                <a:solidFill>
                  <a:srgbClr val="3C4043"/>
                </a:solidFill>
                <a:latin typeface="ArialMT"/>
              </a:rPr>
              <a:t>: Bytes received by the server.</a:t>
            </a:r>
          </a:p>
          <a:p>
            <a:pPr algn="l"/>
            <a:r>
              <a:rPr lang="en-US" b="0" i="0" u="none" strike="noStrike" baseline="0" dirty="0" err="1">
                <a:solidFill>
                  <a:srgbClr val="3C4043"/>
                </a:solidFill>
                <a:latin typeface="RobotoMono-Regular"/>
              </a:rPr>
              <a:t>bytes_ou</a:t>
            </a:r>
            <a:r>
              <a:rPr lang="en-US" b="0" i="0" u="none" strike="noStrike" baseline="0" dirty="0" err="1">
                <a:solidFill>
                  <a:srgbClr val="3C4043"/>
                </a:solidFill>
                <a:latin typeface="ArialMT"/>
              </a:rPr>
              <a:t>t</a:t>
            </a:r>
            <a:r>
              <a:rPr lang="en-US" b="0" i="0" u="none" strike="noStrike" baseline="0" dirty="0">
                <a:solidFill>
                  <a:srgbClr val="3C4043"/>
                </a:solidFill>
                <a:latin typeface="ArialMT"/>
              </a:rPr>
              <a:t>: Bytes sent from the server.</a:t>
            </a:r>
          </a:p>
          <a:p>
            <a:pPr algn="l"/>
            <a:r>
              <a:rPr lang="en-US" b="0" i="0" u="none" strike="noStrike" baseline="0" dirty="0" err="1">
                <a:solidFill>
                  <a:srgbClr val="3C4043"/>
                </a:solidFill>
                <a:latin typeface="RobotoMono-Regular"/>
              </a:rPr>
              <a:t>creation_time</a:t>
            </a:r>
            <a:r>
              <a:rPr lang="en-US" b="0" i="0" u="none" strike="noStrike" baseline="0" dirty="0">
                <a:solidFill>
                  <a:srgbClr val="3C4043"/>
                </a:solidFill>
                <a:latin typeface="ArialMT"/>
              </a:rPr>
              <a:t>: Timestamp of when the record was created.</a:t>
            </a:r>
          </a:p>
          <a:p>
            <a:pPr algn="l"/>
            <a:r>
              <a:rPr lang="en-US" b="0" i="0" u="none" strike="noStrike" baseline="0" dirty="0" err="1">
                <a:solidFill>
                  <a:srgbClr val="3C4043"/>
                </a:solidFill>
                <a:latin typeface="RobotoMono-Regular"/>
              </a:rPr>
              <a:t>end_time</a:t>
            </a:r>
            <a:r>
              <a:rPr lang="en-US" b="0" i="0" u="none" strike="noStrike" baseline="0" dirty="0">
                <a:solidFill>
                  <a:srgbClr val="3C4043"/>
                </a:solidFill>
                <a:latin typeface="ArialMT"/>
              </a:rPr>
              <a:t>: Timestamp of when the connection ended.</a:t>
            </a:r>
          </a:p>
          <a:p>
            <a:pPr algn="l"/>
            <a:r>
              <a:rPr lang="en-US" b="0" i="0" u="none" strike="noStrike" baseline="0" dirty="0" err="1">
                <a:solidFill>
                  <a:srgbClr val="3C4043"/>
                </a:solidFill>
                <a:latin typeface="RobotoMono-Regular"/>
              </a:rPr>
              <a:t>src_ip</a:t>
            </a:r>
            <a:r>
              <a:rPr lang="en-US" b="0" i="0" u="none" strike="noStrike" baseline="0" dirty="0">
                <a:solidFill>
                  <a:srgbClr val="3C4043"/>
                </a:solidFill>
                <a:latin typeface="ArialMT"/>
              </a:rPr>
              <a:t>: Source IP address.</a:t>
            </a:r>
          </a:p>
          <a:p>
            <a:pPr algn="l"/>
            <a:endParaRPr lang="en-US" sz="1050" b="0" i="0" u="none" strike="noStrike" baseline="0" dirty="0">
              <a:solidFill>
                <a:srgbClr val="3C4043"/>
              </a:solidFill>
              <a:latin typeface="Arial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D18BF-D2E6-0314-9EBF-1A92250A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369C5-027F-5966-A2A6-3EA918D9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0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491D-4A4B-3EAB-C929-1F4B4A99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60CA1-2A29-D082-78F5-2FB533F19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rgbClr val="3C4043"/>
                </a:solidFill>
                <a:latin typeface="RobotoMono-Regular"/>
              </a:rPr>
              <a:t>src_ip_country_code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Country code of the source IP.</a:t>
            </a:r>
          </a:p>
          <a:p>
            <a:r>
              <a:rPr lang="en-US" dirty="0">
                <a:solidFill>
                  <a:srgbClr val="3C4043"/>
                </a:solidFill>
                <a:latin typeface="RobotoMono-Regular"/>
              </a:rPr>
              <a:t>protocol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Protocol used in the connection.</a:t>
            </a:r>
          </a:p>
          <a:p>
            <a:r>
              <a:rPr lang="fr-FR" dirty="0" err="1">
                <a:solidFill>
                  <a:srgbClr val="3C4043"/>
                </a:solidFill>
                <a:latin typeface="RobotoMono-Regular"/>
              </a:rPr>
              <a:t>response.code</a:t>
            </a:r>
            <a:r>
              <a:rPr lang="fr-FR" dirty="0">
                <a:solidFill>
                  <a:srgbClr val="3C4043"/>
                </a:solidFill>
                <a:latin typeface="ArialMT"/>
              </a:rPr>
              <a:t>: HTTP </a:t>
            </a:r>
            <a:r>
              <a:rPr lang="fr-FR" dirty="0" err="1">
                <a:solidFill>
                  <a:srgbClr val="3C4043"/>
                </a:solidFill>
                <a:latin typeface="ArialMT"/>
              </a:rPr>
              <a:t>response</a:t>
            </a:r>
            <a:r>
              <a:rPr lang="fr-FR" dirty="0">
                <a:solidFill>
                  <a:srgbClr val="3C4043"/>
                </a:solidFill>
                <a:latin typeface="ArialMT"/>
              </a:rPr>
              <a:t> code.</a:t>
            </a:r>
          </a:p>
          <a:p>
            <a:r>
              <a:rPr lang="fr-FR" dirty="0" err="1">
                <a:solidFill>
                  <a:srgbClr val="3C4043"/>
                </a:solidFill>
                <a:latin typeface="RobotoMono-Regular"/>
              </a:rPr>
              <a:t>dst_port</a:t>
            </a:r>
            <a:r>
              <a:rPr lang="fr-FR" dirty="0">
                <a:solidFill>
                  <a:srgbClr val="3C4043"/>
                </a:solidFill>
                <a:latin typeface="ArialMT"/>
              </a:rPr>
              <a:t>: Destination port on the server.</a:t>
            </a:r>
          </a:p>
          <a:p>
            <a:r>
              <a:rPr lang="en-US" dirty="0" err="1">
                <a:solidFill>
                  <a:srgbClr val="3C4043"/>
                </a:solidFill>
                <a:latin typeface="RobotoMono-Regular"/>
              </a:rPr>
              <a:t>dst_ip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Destination IP address.</a:t>
            </a:r>
          </a:p>
          <a:p>
            <a:r>
              <a:rPr lang="en-US" dirty="0" err="1">
                <a:solidFill>
                  <a:srgbClr val="3C4043"/>
                </a:solidFill>
                <a:latin typeface="RobotoMono-Regular"/>
              </a:rPr>
              <a:t>rule_names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Name of the rule that identified the traffic as suspicious.</a:t>
            </a:r>
          </a:p>
          <a:p>
            <a:r>
              <a:rPr lang="en-US" dirty="0" err="1">
                <a:solidFill>
                  <a:srgbClr val="3C4043"/>
                </a:solidFill>
                <a:latin typeface="RobotoMono-Regular"/>
              </a:rPr>
              <a:t>observation_name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Observations associated with the traffic.</a:t>
            </a:r>
          </a:p>
          <a:p>
            <a:r>
              <a:rPr lang="en-US" dirty="0" err="1">
                <a:solidFill>
                  <a:srgbClr val="3C4043"/>
                </a:solidFill>
                <a:latin typeface="RobotoMono-Regular"/>
              </a:rPr>
              <a:t>source.meta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Metadata related to the source.</a:t>
            </a:r>
          </a:p>
          <a:p>
            <a:r>
              <a:rPr lang="en-US" dirty="0">
                <a:solidFill>
                  <a:srgbClr val="3C4043"/>
                </a:solidFill>
                <a:latin typeface="RobotoMono-Regular"/>
              </a:rPr>
              <a:t>source.name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Name of the traffic source.</a:t>
            </a:r>
          </a:p>
          <a:p>
            <a:r>
              <a:rPr lang="en-US" dirty="0">
                <a:solidFill>
                  <a:srgbClr val="3C4043"/>
                </a:solidFill>
                <a:latin typeface="RobotoMono-Regular"/>
              </a:rPr>
              <a:t>time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Timestamp of the detected event.</a:t>
            </a:r>
          </a:p>
          <a:p>
            <a:r>
              <a:rPr lang="en-US" dirty="0" err="1">
                <a:solidFill>
                  <a:srgbClr val="3C4043"/>
                </a:solidFill>
                <a:latin typeface="RobotoMono-Regular"/>
              </a:rPr>
              <a:t>detection_types</a:t>
            </a:r>
            <a:r>
              <a:rPr lang="en-US" dirty="0">
                <a:solidFill>
                  <a:srgbClr val="3C4043"/>
                </a:solidFill>
                <a:latin typeface="ArialMT"/>
              </a:rPr>
              <a:t>: Type of detection applied.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9CBF8-AD2D-FBEE-5048-93CF01F4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69539-A9D0-ED16-4E5F-188D7DB4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EBDF-D280-C623-E9D8-C3EB0815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Potential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86965-318A-AF98-7272-68DB722F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Anomaly Detection</a:t>
            </a:r>
            <a:r>
              <a:rPr lang="en-US" dirty="0"/>
              <a:t>: Developing models to detect unusual behaviors in web</a:t>
            </a:r>
          </a:p>
          <a:p>
            <a:r>
              <a:rPr lang="en-IN" dirty="0"/>
              <a:t>traffic.</a:t>
            </a:r>
          </a:p>
          <a:p>
            <a:r>
              <a:rPr lang="en-US" dirty="0"/>
              <a:t>● </a:t>
            </a:r>
            <a:r>
              <a:rPr lang="en-US" b="1" dirty="0"/>
              <a:t>Classification Models</a:t>
            </a:r>
            <a:r>
              <a:rPr lang="en-US" dirty="0"/>
              <a:t>: Training models to automatically classify traffic as normal</a:t>
            </a:r>
          </a:p>
          <a:p>
            <a:r>
              <a:rPr lang="en-IN" dirty="0"/>
              <a:t>or suspicious.</a:t>
            </a:r>
          </a:p>
          <a:p>
            <a:r>
              <a:rPr lang="en-US" dirty="0"/>
              <a:t>● </a:t>
            </a:r>
            <a:r>
              <a:rPr lang="en-US" b="1" dirty="0"/>
              <a:t>Security Analysis</a:t>
            </a:r>
            <a:r>
              <a:rPr lang="en-US" dirty="0"/>
              <a:t>: Conducting security analyses to understand the tactics,</a:t>
            </a:r>
          </a:p>
          <a:p>
            <a:r>
              <a:rPr lang="en-US" dirty="0"/>
              <a:t>techniques, and procedures of attackers.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63F41-9D54-4430-91E8-006C664B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CD7AF-85E6-6D8D-4B7F-DBD18944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4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C6AE-EC65-73E5-57A1-5BF8C9E2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9D530-C50E-D0B3-9B14-B93399974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 b="1" i="0" u="none" strike="noStrike" baseline="0" dirty="0">
                <a:solidFill>
                  <a:srgbClr val="202124"/>
                </a:solidFill>
                <a:latin typeface="Arial-BoldMT"/>
              </a:rPr>
              <a:t>Objective: </a:t>
            </a:r>
            <a:r>
              <a:rPr lang="en-US" sz="2000" b="0" i="0" u="none" strike="noStrike" baseline="0" dirty="0">
                <a:solidFill>
                  <a:srgbClr val="202124"/>
                </a:solidFill>
                <a:latin typeface="ArialMT"/>
              </a:rPr>
              <a:t>To detect and analyze patterns in web interactions for identifying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solidFill>
                  <a:srgbClr val="202124"/>
                </a:solidFill>
                <a:latin typeface="ArialMT"/>
              </a:rPr>
              <a:t>	      suspicious or potentially harmful activities.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92C49-F023-B3BA-5650-6FCAE094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E5648-1EE8-BBA2-4DC7-458C10D1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1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F323-5E55-C0CB-5840-18A6FD1D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Info about the dataset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9DECB5-2B83-322A-6DF1-44C0399EA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378" y="1480865"/>
            <a:ext cx="4745023" cy="51614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CED0F-C77C-D51C-503A-F2B6EB75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6E8D-F58B-3B4E-9DD1-957F4D2B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37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411E-A9DE-2496-5F3B-E16091E3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BE798-29BB-47EF-8570-7841D14B4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Handle missing values, outliers, and data inconsistencies.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808C2-4EFA-9DDE-9031-F0C0032D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285B6-61C2-7880-D2CC-D784B27C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3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ADEB-E3EB-585A-5011-76778178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04E3A-BD41-769E-8072-93894301B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Analyze Traffic Patterns Based on </a:t>
            </a:r>
            <a:r>
              <a:rPr lang="en-US" b="1" dirty="0" err="1"/>
              <a:t>bytes_in</a:t>
            </a:r>
            <a:r>
              <a:rPr lang="en-US" b="1" dirty="0"/>
              <a:t> and </a:t>
            </a:r>
            <a:r>
              <a:rPr lang="en-US" b="1" dirty="0" err="1"/>
              <a:t>bytes_out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96838-C7C0-A671-0E64-F3814D91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74DC0-E0CC-B3A7-6CC7-29E2A957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EE961D-3DA5-59B6-D285-A52B80EE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5" y="2135129"/>
            <a:ext cx="8597788" cy="46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5CB1-3432-3852-9A4A-1F419D71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Analyze Traffic Patterns Based on </a:t>
            </a:r>
            <a:r>
              <a:rPr lang="en-US" dirty="0" err="1"/>
              <a:t>bytes_in</a:t>
            </a:r>
            <a:r>
              <a:rPr lang="en-US" dirty="0"/>
              <a:t> and </a:t>
            </a:r>
            <a:r>
              <a:rPr lang="en-US" dirty="0" err="1"/>
              <a:t>bytes_out</a:t>
            </a:r>
            <a:br>
              <a:rPr lang="en-IN" dirty="0"/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995583-431E-2AD4-D616-239E321DB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4001" y="1716088"/>
            <a:ext cx="7671260" cy="45926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7DBE3-30C9-4B06-D3CD-40F8AFFB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A323F-2115-7653-5640-AF5D6795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50AC-2A89-7C5B-481B-025CCCB9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 of Protocols Used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D1B4C1-1FEE-2373-2D84-FD05C432A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7404" y="1716088"/>
            <a:ext cx="7404455" cy="45926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C4B63-6521-FCC3-CBF3-D93CD366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360CA-299D-648C-5683-34218D71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30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052B-E930-77A0-69C6-576EFB30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Engineering- Country-based Interaction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A439DE-B8CD-1BF4-2BDF-E328059D3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9352" y="1716088"/>
            <a:ext cx="6970142" cy="510203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F5744-C42E-5699-3801-D910DB32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7EBF-766C-D68C-0259-D45F46E15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25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C39B-219E-5AB1-8B56-324F5A85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Suspicious Activities Based on Ports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EA25E-3DFD-A63F-6D65-90070E80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DF1A3-FFEB-65C6-1F9B-931F4D46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7A902F-134F-65B4-3A6A-5110C34AE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1715532"/>
            <a:ext cx="9387749" cy="473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4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4FC4-AF7D-109E-70CE-DECF5196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Modeling</a:t>
            </a:r>
            <a:r>
              <a:rPr lang="en-IN" dirty="0"/>
              <a:t>: Anomaly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F841C-C553-3B98-3B62-BA8FFE8E4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step uses Isolation Forest, a common technique for detecting anomalies.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FA512-7A0E-C674-5C3F-B5741F02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7535A-1748-AD90-F06E-612358D7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CF5EB-37F8-13AD-18EA-208565991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4" y="2333795"/>
            <a:ext cx="7424596" cy="452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0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2DD0-1E29-CAE3-4D0E-0704A397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 of Anomalies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4186AA-F730-0A73-FF36-C58BFFBCF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155" y="1716088"/>
            <a:ext cx="9648953" cy="45926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499CB-10DD-F2AC-150B-44B3A414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05D9A-D964-02FB-99ED-674B5BC6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58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EED07-C5E8-6EEF-F133-9BDA0106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Stacked Bar Chart for Detection Types by Country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47D7AB-790B-BC6A-F987-0E7D8B930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043" y="1716088"/>
            <a:ext cx="9245177" cy="45926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357E9-6EF0-F48D-4927-6EE274EB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8B52D-997F-7F24-BFFA-8EE3CCDE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4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BAF3-8B45-55CD-BE7C-FAF1EB77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Traffic Analysis Over Time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62868C-C901-26D2-9ADA-79759C156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1749739"/>
            <a:ext cx="10653713" cy="45253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FFF2B-DF63-7172-9318-5345146D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36012-EE62-C793-4B61-2F8FE575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09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3D23-4750-D328-D96E-2070735A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874147"/>
          </a:xfrm>
        </p:spPr>
        <p:txBody>
          <a:bodyPr>
            <a:normAutofit fontScale="90000"/>
          </a:bodyPr>
          <a:lstStyle/>
          <a:p>
            <a:r>
              <a:rPr lang="en-IN" dirty="0"/>
              <a:t>Network Interaction between Source and Destination IPs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97DDA-3C2A-EA2A-0877-898581479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2DBC6-3717-0801-E4F0-BFC9D43F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45C824-0699-607E-C167-90230C0DF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4" y="1422787"/>
            <a:ext cx="8633926" cy="54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7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432B-A55C-3083-A184-68A857EA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Neural Network </a:t>
            </a:r>
            <a:r>
              <a:rPr lang="en-IN"/>
              <a:t>Model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0A71-CA4A-3042-7811-F7E8A2635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99C79-847A-DFA6-185B-9E65D155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Unified Mentor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0B053-6F57-A3D1-4087-65CF43F7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40957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573</Words>
  <Application>Microsoft Office PowerPoint</Application>
  <PresentationFormat>Widescreen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Arial-BoldMT</vt:lpstr>
      <vt:lpstr>ArialMT</vt:lpstr>
      <vt:lpstr>Neue Haas Grotesk Text Pro</vt:lpstr>
      <vt:lpstr>RobotoMono-Regular</vt:lpstr>
      <vt:lpstr>Helena</vt:lpstr>
      <vt:lpstr>CYBER SECURITY</vt:lpstr>
      <vt:lpstr>Project Introduction</vt:lpstr>
      <vt:lpstr>About Dataset </vt:lpstr>
      <vt:lpstr>Context </vt:lpstr>
      <vt:lpstr>Dataset Content</vt:lpstr>
      <vt:lpstr>Dataset Content</vt:lpstr>
      <vt:lpstr>Potential Uses</vt:lpstr>
      <vt:lpstr>Project Overview</vt:lpstr>
      <vt:lpstr>Info about the dataset</vt:lpstr>
      <vt:lpstr>Data Preprocessing</vt:lpstr>
      <vt:lpstr>Exploratory Data Analysis (EDA)</vt:lpstr>
      <vt:lpstr>Analyze Traffic Patterns Based on bytes_in and bytes_out </vt:lpstr>
      <vt:lpstr>Count of Protocols Used</vt:lpstr>
      <vt:lpstr>Feature Engineering- Country-based Interaction Analysis</vt:lpstr>
      <vt:lpstr>Suspicious Activities Based on Ports</vt:lpstr>
      <vt:lpstr>Modeling: Anomaly Detection</vt:lpstr>
      <vt:lpstr>Visualization of Anomalies</vt:lpstr>
      <vt:lpstr>Stacked Bar Chart for Detection Types by Country</vt:lpstr>
      <vt:lpstr>Web Traffic Analysis Over Time</vt:lpstr>
      <vt:lpstr>Network Interaction between Source and Destination IPs</vt:lpstr>
      <vt:lpstr>Neural Network Model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Madhumita Patro</dc:creator>
  <cp:lastModifiedBy>Madhumita Patro</cp:lastModifiedBy>
  <cp:revision>1</cp:revision>
  <dcterms:created xsi:type="dcterms:W3CDTF">2025-11-03T08:26:57Z</dcterms:created>
  <dcterms:modified xsi:type="dcterms:W3CDTF">2025-11-03T15:35:32Z</dcterms:modified>
</cp:coreProperties>
</file>