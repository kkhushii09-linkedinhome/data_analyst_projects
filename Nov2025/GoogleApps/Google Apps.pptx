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9DDDA-FA66-46C0-A0A2-95A9B3AEFCD0}" v="16" dt="2025-11-22T06:41:45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mita Patro" userId="bdae627b6e32fdc1" providerId="LiveId" clId="{51EE9AB9-3F13-424C-B625-9DB51FEAF1BC}"/>
    <pc:docChg chg="undo custSel addSld modSld">
      <pc:chgData name="Madhumita Patro" userId="bdae627b6e32fdc1" providerId="LiveId" clId="{51EE9AB9-3F13-424C-B625-9DB51FEAF1BC}" dt="2025-11-22T07:23:57.413" v="296" actId="22"/>
      <pc:docMkLst>
        <pc:docMk/>
      </pc:docMkLst>
      <pc:sldChg chg="modSp new mod">
        <pc:chgData name="Madhumita Patro" userId="bdae627b6e32fdc1" providerId="LiveId" clId="{51EE9AB9-3F13-424C-B625-9DB51FEAF1BC}" dt="2025-11-22T05:58:38.672" v="52" actId="20577"/>
        <pc:sldMkLst>
          <pc:docMk/>
          <pc:sldMk cId="1601217448" sldId="256"/>
        </pc:sldMkLst>
        <pc:spChg chg="mod">
          <ac:chgData name="Madhumita Patro" userId="bdae627b6e32fdc1" providerId="LiveId" clId="{51EE9AB9-3F13-424C-B625-9DB51FEAF1BC}" dt="2025-11-22T05:58:20.923" v="12" actId="20577"/>
          <ac:spMkLst>
            <pc:docMk/>
            <pc:sldMk cId="1601217448" sldId="256"/>
            <ac:spMk id="2" creationId="{5D5D4979-E5D9-A859-4EC1-133C96EB4E31}"/>
          </ac:spMkLst>
        </pc:spChg>
        <pc:spChg chg="mod">
          <ac:chgData name="Madhumita Patro" userId="bdae627b6e32fdc1" providerId="LiveId" clId="{51EE9AB9-3F13-424C-B625-9DB51FEAF1BC}" dt="2025-11-22T05:58:38.672" v="52" actId="20577"/>
          <ac:spMkLst>
            <pc:docMk/>
            <pc:sldMk cId="1601217448" sldId="256"/>
            <ac:spMk id="3" creationId="{9124232F-A3BA-8B5B-2C7C-1B3D2A727750}"/>
          </ac:spMkLst>
        </pc:spChg>
      </pc:sldChg>
      <pc:sldChg chg="addSp delSp modSp new mod">
        <pc:chgData name="Madhumita Patro" userId="bdae627b6e32fdc1" providerId="LiveId" clId="{51EE9AB9-3F13-424C-B625-9DB51FEAF1BC}" dt="2025-11-22T06:01:22.766" v="75" actId="6549"/>
        <pc:sldMkLst>
          <pc:docMk/>
          <pc:sldMk cId="1138989903" sldId="257"/>
        </pc:sldMkLst>
        <pc:spChg chg="del mod">
          <ac:chgData name="Madhumita Patro" userId="bdae627b6e32fdc1" providerId="LiveId" clId="{51EE9AB9-3F13-424C-B625-9DB51FEAF1BC}" dt="2025-11-22T05:59:30.685" v="56" actId="478"/>
          <ac:spMkLst>
            <pc:docMk/>
            <pc:sldMk cId="1138989903" sldId="257"/>
            <ac:spMk id="2" creationId="{244D4030-0586-3A95-B8A1-EE67E81685FE}"/>
          </ac:spMkLst>
        </pc:spChg>
        <pc:spChg chg="mod">
          <ac:chgData name="Madhumita Patro" userId="bdae627b6e32fdc1" providerId="LiveId" clId="{51EE9AB9-3F13-424C-B625-9DB51FEAF1BC}" dt="2025-11-22T06:01:22.766" v="75" actId="6549"/>
          <ac:spMkLst>
            <pc:docMk/>
            <pc:sldMk cId="1138989903" sldId="257"/>
            <ac:spMk id="3" creationId="{2A95F619-0205-F6A5-4062-91FF3E315495}"/>
          </ac:spMkLst>
        </pc:spChg>
        <pc:spChg chg="add mod">
          <ac:chgData name="Madhumita Patro" userId="bdae627b6e32fdc1" providerId="LiveId" clId="{51EE9AB9-3F13-424C-B625-9DB51FEAF1BC}" dt="2025-11-22T05:59:47.611" v="57"/>
          <ac:spMkLst>
            <pc:docMk/>
            <pc:sldMk cId="1138989903" sldId="257"/>
            <ac:spMk id="6" creationId="{BE2A7397-868F-FAB2-F96E-BDF083FBBBC3}"/>
          </ac:spMkLst>
        </pc:spChg>
      </pc:sldChg>
      <pc:sldChg chg="modSp new mod">
        <pc:chgData name="Madhumita Patro" userId="bdae627b6e32fdc1" providerId="LiveId" clId="{51EE9AB9-3F13-424C-B625-9DB51FEAF1BC}" dt="2025-11-22T06:02:37.112" v="96" actId="20577"/>
        <pc:sldMkLst>
          <pc:docMk/>
          <pc:sldMk cId="4091491889" sldId="258"/>
        </pc:sldMkLst>
        <pc:spChg chg="mod">
          <ac:chgData name="Madhumita Patro" userId="bdae627b6e32fdc1" providerId="LiveId" clId="{51EE9AB9-3F13-424C-B625-9DB51FEAF1BC}" dt="2025-11-22T06:01:37.448" v="77"/>
          <ac:spMkLst>
            <pc:docMk/>
            <pc:sldMk cId="4091491889" sldId="258"/>
            <ac:spMk id="2" creationId="{C95BE38A-7B1B-099A-34D6-50232482B0EB}"/>
          </ac:spMkLst>
        </pc:spChg>
        <pc:spChg chg="mod">
          <ac:chgData name="Madhumita Patro" userId="bdae627b6e32fdc1" providerId="LiveId" clId="{51EE9AB9-3F13-424C-B625-9DB51FEAF1BC}" dt="2025-11-22T06:02:37.112" v="96" actId="20577"/>
          <ac:spMkLst>
            <pc:docMk/>
            <pc:sldMk cId="4091491889" sldId="258"/>
            <ac:spMk id="3" creationId="{3315C962-21E5-8E25-8FAD-34A1F0459A64}"/>
          </ac:spMkLst>
        </pc:spChg>
      </pc:sldChg>
      <pc:sldChg chg="modSp new mod">
        <pc:chgData name="Madhumita Patro" userId="bdae627b6e32fdc1" providerId="LiveId" clId="{51EE9AB9-3F13-424C-B625-9DB51FEAF1BC}" dt="2025-11-22T06:03:34.696" v="105" actId="20577"/>
        <pc:sldMkLst>
          <pc:docMk/>
          <pc:sldMk cId="1644794205" sldId="259"/>
        </pc:sldMkLst>
        <pc:spChg chg="mod">
          <ac:chgData name="Madhumita Patro" userId="bdae627b6e32fdc1" providerId="LiveId" clId="{51EE9AB9-3F13-424C-B625-9DB51FEAF1BC}" dt="2025-11-22T06:03:14.581" v="98"/>
          <ac:spMkLst>
            <pc:docMk/>
            <pc:sldMk cId="1644794205" sldId="259"/>
            <ac:spMk id="2" creationId="{7EAE45CC-F810-15C6-C519-E2A891936780}"/>
          </ac:spMkLst>
        </pc:spChg>
        <pc:spChg chg="mod">
          <ac:chgData name="Madhumita Patro" userId="bdae627b6e32fdc1" providerId="LiveId" clId="{51EE9AB9-3F13-424C-B625-9DB51FEAF1BC}" dt="2025-11-22T06:03:34.696" v="105" actId="20577"/>
          <ac:spMkLst>
            <pc:docMk/>
            <pc:sldMk cId="1644794205" sldId="259"/>
            <ac:spMk id="3" creationId="{31E0C86C-7FCE-F2E3-48E6-3BC66DEC1E80}"/>
          </ac:spMkLst>
        </pc:spChg>
      </pc:sldChg>
      <pc:sldChg chg="addSp delSp modSp new mod">
        <pc:chgData name="Madhumita Patro" userId="bdae627b6e32fdc1" providerId="LiveId" clId="{51EE9AB9-3F13-424C-B625-9DB51FEAF1BC}" dt="2025-11-22T06:08:48.307" v="121" actId="14100"/>
        <pc:sldMkLst>
          <pc:docMk/>
          <pc:sldMk cId="251061163" sldId="260"/>
        </pc:sldMkLst>
        <pc:spChg chg="mod">
          <ac:chgData name="Madhumita Patro" userId="bdae627b6e32fdc1" providerId="LiveId" clId="{51EE9AB9-3F13-424C-B625-9DB51FEAF1BC}" dt="2025-11-22T06:08:01.355" v="117" actId="20577"/>
          <ac:spMkLst>
            <pc:docMk/>
            <pc:sldMk cId="251061163" sldId="260"/>
            <ac:spMk id="2" creationId="{E1387BEF-EC1D-5475-803C-F7C34F2B05A0}"/>
          </ac:spMkLst>
        </pc:spChg>
        <pc:spChg chg="del mod">
          <ac:chgData name="Madhumita Patro" userId="bdae627b6e32fdc1" providerId="LiveId" clId="{51EE9AB9-3F13-424C-B625-9DB51FEAF1BC}" dt="2025-11-22T06:08:37.958" v="119" actId="22"/>
          <ac:spMkLst>
            <pc:docMk/>
            <pc:sldMk cId="251061163" sldId="260"/>
            <ac:spMk id="3" creationId="{557D7A24-8208-41CD-476D-87950073F8F7}"/>
          </ac:spMkLst>
        </pc:spChg>
        <pc:picChg chg="add mod ord">
          <ac:chgData name="Madhumita Patro" userId="bdae627b6e32fdc1" providerId="LiveId" clId="{51EE9AB9-3F13-424C-B625-9DB51FEAF1BC}" dt="2025-11-22T06:08:48.307" v="121" actId="14100"/>
          <ac:picMkLst>
            <pc:docMk/>
            <pc:sldMk cId="251061163" sldId="260"/>
            <ac:picMk id="6" creationId="{1D2599FE-FFFE-AB19-D04D-7DA6D73B351A}"/>
          </ac:picMkLst>
        </pc:picChg>
      </pc:sldChg>
      <pc:sldChg chg="addSp delSp modSp new mod">
        <pc:chgData name="Madhumita Patro" userId="bdae627b6e32fdc1" providerId="LiveId" clId="{51EE9AB9-3F13-424C-B625-9DB51FEAF1BC}" dt="2025-11-22T06:33:59.570" v="155" actId="14100"/>
        <pc:sldMkLst>
          <pc:docMk/>
          <pc:sldMk cId="1456566090" sldId="261"/>
        </pc:sldMkLst>
        <pc:spChg chg="mod">
          <ac:chgData name="Madhumita Patro" userId="bdae627b6e32fdc1" providerId="LiveId" clId="{51EE9AB9-3F13-424C-B625-9DB51FEAF1BC}" dt="2025-11-22T06:33:46.080" v="152" actId="20577"/>
          <ac:spMkLst>
            <pc:docMk/>
            <pc:sldMk cId="1456566090" sldId="261"/>
            <ac:spMk id="2" creationId="{E85C9402-B409-F966-CAD2-14578C3F4D81}"/>
          </ac:spMkLst>
        </pc:spChg>
        <pc:spChg chg="del">
          <ac:chgData name="Madhumita Patro" userId="bdae627b6e32fdc1" providerId="LiveId" clId="{51EE9AB9-3F13-424C-B625-9DB51FEAF1BC}" dt="2025-11-22T06:33:49.264" v="153" actId="22"/>
          <ac:spMkLst>
            <pc:docMk/>
            <pc:sldMk cId="1456566090" sldId="261"/>
            <ac:spMk id="3" creationId="{7B6814E7-0EA9-2A2A-D56F-068F30502E77}"/>
          </ac:spMkLst>
        </pc:spChg>
        <pc:picChg chg="add mod ord">
          <ac:chgData name="Madhumita Patro" userId="bdae627b6e32fdc1" providerId="LiveId" clId="{51EE9AB9-3F13-424C-B625-9DB51FEAF1BC}" dt="2025-11-22T06:33:59.570" v="155" actId="14100"/>
          <ac:picMkLst>
            <pc:docMk/>
            <pc:sldMk cId="1456566090" sldId="261"/>
            <ac:picMk id="6" creationId="{ED9C47CA-CBF8-A00D-2747-BB174B5D457D}"/>
          </ac:picMkLst>
        </pc:picChg>
      </pc:sldChg>
      <pc:sldChg chg="addSp delSp modSp new mod">
        <pc:chgData name="Madhumita Patro" userId="bdae627b6e32fdc1" providerId="LiveId" clId="{51EE9AB9-3F13-424C-B625-9DB51FEAF1BC}" dt="2025-11-22T06:35:06.452" v="185" actId="14100"/>
        <pc:sldMkLst>
          <pc:docMk/>
          <pc:sldMk cId="2152553063" sldId="262"/>
        </pc:sldMkLst>
        <pc:spChg chg="mod">
          <ac:chgData name="Madhumita Patro" userId="bdae627b6e32fdc1" providerId="LiveId" clId="{51EE9AB9-3F13-424C-B625-9DB51FEAF1BC}" dt="2025-11-22T06:34:56.138" v="182" actId="20577"/>
          <ac:spMkLst>
            <pc:docMk/>
            <pc:sldMk cId="2152553063" sldId="262"/>
            <ac:spMk id="2" creationId="{DEF6A58D-0200-FAF6-13DE-0142DC9A0610}"/>
          </ac:spMkLst>
        </pc:spChg>
        <pc:spChg chg="del">
          <ac:chgData name="Madhumita Patro" userId="bdae627b6e32fdc1" providerId="LiveId" clId="{51EE9AB9-3F13-424C-B625-9DB51FEAF1BC}" dt="2025-11-22T06:34:58.746" v="183" actId="22"/>
          <ac:spMkLst>
            <pc:docMk/>
            <pc:sldMk cId="2152553063" sldId="262"/>
            <ac:spMk id="3" creationId="{98F812FA-2401-42F3-2F30-B6F2C386991E}"/>
          </ac:spMkLst>
        </pc:spChg>
        <pc:picChg chg="add mod ord">
          <ac:chgData name="Madhumita Patro" userId="bdae627b6e32fdc1" providerId="LiveId" clId="{51EE9AB9-3F13-424C-B625-9DB51FEAF1BC}" dt="2025-11-22T06:35:06.452" v="185" actId="14100"/>
          <ac:picMkLst>
            <pc:docMk/>
            <pc:sldMk cId="2152553063" sldId="262"/>
            <ac:picMk id="6" creationId="{58C1823C-8EA9-8743-E503-7041768CBE34}"/>
          </ac:picMkLst>
        </pc:picChg>
      </pc:sldChg>
      <pc:sldChg chg="addSp delSp modSp new mod">
        <pc:chgData name="Madhumita Patro" userId="bdae627b6e32fdc1" providerId="LiveId" clId="{51EE9AB9-3F13-424C-B625-9DB51FEAF1BC}" dt="2025-11-22T06:41:41.036" v="268" actId="478"/>
        <pc:sldMkLst>
          <pc:docMk/>
          <pc:sldMk cId="856664189" sldId="263"/>
        </pc:sldMkLst>
        <pc:spChg chg="mod">
          <ac:chgData name="Madhumita Patro" userId="bdae627b6e32fdc1" providerId="LiveId" clId="{51EE9AB9-3F13-424C-B625-9DB51FEAF1BC}" dt="2025-11-22T06:36:04.464" v="228" actId="20577"/>
          <ac:spMkLst>
            <pc:docMk/>
            <pc:sldMk cId="856664189" sldId="263"/>
            <ac:spMk id="2" creationId="{48E32515-AA7E-4CBE-985C-A8738988A4C3}"/>
          </ac:spMkLst>
        </pc:spChg>
        <pc:spChg chg="del">
          <ac:chgData name="Madhumita Patro" userId="bdae627b6e32fdc1" providerId="LiveId" clId="{51EE9AB9-3F13-424C-B625-9DB51FEAF1BC}" dt="2025-11-22T06:36:07.639" v="229" actId="22"/>
          <ac:spMkLst>
            <pc:docMk/>
            <pc:sldMk cId="856664189" sldId="263"/>
            <ac:spMk id="3" creationId="{E8389C82-795A-13ED-831A-A8A9A6A0A4C0}"/>
          </ac:spMkLst>
        </pc:spChg>
        <pc:spChg chg="add del mod">
          <ac:chgData name="Madhumita Patro" userId="bdae627b6e32fdc1" providerId="LiveId" clId="{51EE9AB9-3F13-424C-B625-9DB51FEAF1BC}" dt="2025-11-22T06:41:41.036" v="268" actId="478"/>
          <ac:spMkLst>
            <pc:docMk/>
            <pc:sldMk cId="856664189" sldId="263"/>
            <ac:spMk id="8" creationId="{8C0BCA0B-5494-5B27-461C-4DFB218BF80C}"/>
          </ac:spMkLst>
        </pc:spChg>
        <pc:picChg chg="add del mod ord">
          <ac:chgData name="Madhumita Patro" userId="bdae627b6e32fdc1" providerId="LiveId" clId="{51EE9AB9-3F13-424C-B625-9DB51FEAF1BC}" dt="2025-11-22T06:41:41.036" v="268" actId="478"/>
          <ac:picMkLst>
            <pc:docMk/>
            <pc:sldMk cId="856664189" sldId="263"/>
            <ac:picMk id="6" creationId="{C2C6C55A-3B4B-B65A-14E8-8EEFB3154DA0}"/>
          </ac:picMkLst>
        </pc:picChg>
      </pc:sldChg>
      <pc:sldChg chg="addSp delSp modSp new mod">
        <pc:chgData name="Madhumita Patro" userId="bdae627b6e32fdc1" providerId="LiveId" clId="{51EE9AB9-3F13-424C-B625-9DB51FEAF1BC}" dt="2025-11-22T06:38:28.256" v="254" actId="14100"/>
        <pc:sldMkLst>
          <pc:docMk/>
          <pc:sldMk cId="1224203701" sldId="264"/>
        </pc:sldMkLst>
        <pc:spChg chg="mod">
          <ac:chgData name="Madhumita Patro" userId="bdae627b6e32fdc1" providerId="LiveId" clId="{51EE9AB9-3F13-424C-B625-9DB51FEAF1BC}" dt="2025-11-22T06:38:15.829" v="251" actId="20577"/>
          <ac:spMkLst>
            <pc:docMk/>
            <pc:sldMk cId="1224203701" sldId="264"/>
            <ac:spMk id="2" creationId="{41F52D07-4945-8A7B-765F-07E9B4E40678}"/>
          </ac:spMkLst>
        </pc:spChg>
        <pc:spChg chg="del">
          <ac:chgData name="Madhumita Patro" userId="bdae627b6e32fdc1" providerId="LiveId" clId="{51EE9AB9-3F13-424C-B625-9DB51FEAF1BC}" dt="2025-11-22T06:38:20.513" v="252" actId="478"/>
          <ac:spMkLst>
            <pc:docMk/>
            <pc:sldMk cId="1224203701" sldId="264"/>
            <ac:spMk id="3" creationId="{5834D163-ED59-D21C-89CF-0CE680BC8D0E}"/>
          </ac:spMkLst>
        </pc:spChg>
        <pc:picChg chg="add mod">
          <ac:chgData name="Madhumita Patro" userId="bdae627b6e32fdc1" providerId="LiveId" clId="{51EE9AB9-3F13-424C-B625-9DB51FEAF1BC}" dt="2025-11-22T06:38:28.256" v="254" actId="14100"/>
          <ac:picMkLst>
            <pc:docMk/>
            <pc:sldMk cId="1224203701" sldId="264"/>
            <ac:picMk id="6" creationId="{69F90E68-9704-07DE-0E53-B9E7AF676807}"/>
          </ac:picMkLst>
        </pc:picChg>
      </pc:sldChg>
      <pc:sldChg chg="modSp new mod">
        <pc:chgData name="Madhumita Patro" userId="bdae627b6e32fdc1" providerId="LiveId" clId="{51EE9AB9-3F13-424C-B625-9DB51FEAF1BC}" dt="2025-11-22T06:41:50.064" v="271" actId="20577"/>
        <pc:sldMkLst>
          <pc:docMk/>
          <pc:sldMk cId="3329270152" sldId="265"/>
        </pc:sldMkLst>
        <pc:spChg chg="mod">
          <ac:chgData name="Madhumita Patro" userId="bdae627b6e32fdc1" providerId="LiveId" clId="{51EE9AB9-3F13-424C-B625-9DB51FEAF1BC}" dt="2025-11-22T06:41:34.926" v="266" actId="20577"/>
          <ac:spMkLst>
            <pc:docMk/>
            <pc:sldMk cId="3329270152" sldId="265"/>
            <ac:spMk id="2" creationId="{310F976D-F2F8-9EAE-79F9-55DBE5DC2CD5}"/>
          </ac:spMkLst>
        </pc:spChg>
        <pc:spChg chg="mod">
          <ac:chgData name="Madhumita Patro" userId="bdae627b6e32fdc1" providerId="LiveId" clId="{51EE9AB9-3F13-424C-B625-9DB51FEAF1BC}" dt="2025-11-22T06:41:50.064" v="271" actId="20577"/>
          <ac:spMkLst>
            <pc:docMk/>
            <pc:sldMk cId="3329270152" sldId="265"/>
            <ac:spMk id="3" creationId="{9A06C73F-298F-5EA0-76A9-6DCE19734484}"/>
          </ac:spMkLst>
        </pc:spChg>
      </pc:sldChg>
      <pc:sldChg chg="addSp modSp new mod">
        <pc:chgData name="Madhumita Patro" userId="bdae627b6e32fdc1" providerId="LiveId" clId="{51EE9AB9-3F13-424C-B625-9DB51FEAF1BC}" dt="2025-11-22T06:45:42.058" v="274" actId="1076"/>
        <pc:sldMkLst>
          <pc:docMk/>
          <pc:sldMk cId="2185334947" sldId="266"/>
        </pc:sldMkLst>
        <pc:picChg chg="add mod">
          <ac:chgData name="Madhumita Patro" userId="bdae627b6e32fdc1" providerId="LiveId" clId="{51EE9AB9-3F13-424C-B625-9DB51FEAF1BC}" dt="2025-11-22T06:45:42.058" v="274" actId="1076"/>
          <ac:picMkLst>
            <pc:docMk/>
            <pc:sldMk cId="2185334947" sldId="266"/>
            <ac:picMk id="6" creationId="{7CA715E2-2B58-3186-0224-2473096B73BD}"/>
          </ac:picMkLst>
        </pc:picChg>
      </pc:sldChg>
      <pc:sldChg chg="addSp new mod">
        <pc:chgData name="Madhumita Patro" userId="bdae627b6e32fdc1" providerId="LiveId" clId="{51EE9AB9-3F13-424C-B625-9DB51FEAF1BC}" dt="2025-11-22T06:46:44.588" v="276" actId="22"/>
        <pc:sldMkLst>
          <pc:docMk/>
          <pc:sldMk cId="2015492282" sldId="267"/>
        </pc:sldMkLst>
        <pc:picChg chg="add">
          <ac:chgData name="Madhumita Patro" userId="bdae627b6e32fdc1" providerId="LiveId" clId="{51EE9AB9-3F13-424C-B625-9DB51FEAF1BC}" dt="2025-11-22T06:46:44.588" v="276" actId="22"/>
          <ac:picMkLst>
            <pc:docMk/>
            <pc:sldMk cId="2015492282" sldId="267"/>
            <ac:picMk id="6" creationId="{FFEFBFFD-8889-70B7-B24C-CA0C90AD6DC0}"/>
          </ac:picMkLst>
        </pc:picChg>
      </pc:sldChg>
      <pc:sldChg chg="addSp modSp new mod">
        <pc:chgData name="Madhumita Patro" userId="bdae627b6e32fdc1" providerId="LiveId" clId="{51EE9AB9-3F13-424C-B625-9DB51FEAF1BC}" dt="2025-11-22T06:51:45.165" v="280" actId="14100"/>
        <pc:sldMkLst>
          <pc:docMk/>
          <pc:sldMk cId="4142669287" sldId="268"/>
        </pc:sldMkLst>
        <pc:picChg chg="add mod">
          <ac:chgData name="Madhumita Patro" userId="bdae627b6e32fdc1" providerId="LiveId" clId="{51EE9AB9-3F13-424C-B625-9DB51FEAF1BC}" dt="2025-11-22T06:51:45.165" v="280" actId="14100"/>
          <ac:picMkLst>
            <pc:docMk/>
            <pc:sldMk cId="4142669287" sldId="268"/>
            <ac:picMk id="6" creationId="{5628231C-9994-DA5F-A868-BEBF28DAA5CE}"/>
          </ac:picMkLst>
        </pc:picChg>
      </pc:sldChg>
      <pc:sldChg chg="addSp new mod">
        <pc:chgData name="Madhumita Patro" userId="bdae627b6e32fdc1" providerId="LiveId" clId="{51EE9AB9-3F13-424C-B625-9DB51FEAF1BC}" dt="2025-11-22T07:00:40.549" v="282" actId="22"/>
        <pc:sldMkLst>
          <pc:docMk/>
          <pc:sldMk cId="3688236285" sldId="269"/>
        </pc:sldMkLst>
        <pc:picChg chg="add">
          <ac:chgData name="Madhumita Patro" userId="bdae627b6e32fdc1" providerId="LiveId" clId="{51EE9AB9-3F13-424C-B625-9DB51FEAF1BC}" dt="2025-11-22T07:00:40.549" v="282" actId="22"/>
          <ac:picMkLst>
            <pc:docMk/>
            <pc:sldMk cId="3688236285" sldId="269"/>
            <ac:picMk id="6" creationId="{AB150FE9-B621-F569-7E31-E1F4E5CCD780}"/>
          </ac:picMkLst>
        </pc:picChg>
      </pc:sldChg>
      <pc:sldChg chg="addSp new mod">
        <pc:chgData name="Madhumita Patro" userId="bdae627b6e32fdc1" providerId="LiveId" clId="{51EE9AB9-3F13-424C-B625-9DB51FEAF1BC}" dt="2025-11-22T07:04:02.030" v="284" actId="22"/>
        <pc:sldMkLst>
          <pc:docMk/>
          <pc:sldMk cId="3722715651" sldId="270"/>
        </pc:sldMkLst>
        <pc:picChg chg="add">
          <ac:chgData name="Madhumita Patro" userId="bdae627b6e32fdc1" providerId="LiveId" clId="{51EE9AB9-3F13-424C-B625-9DB51FEAF1BC}" dt="2025-11-22T07:04:02.030" v="284" actId="22"/>
          <ac:picMkLst>
            <pc:docMk/>
            <pc:sldMk cId="3722715651" sldId="270"/>
            <ac:picMk id="6" creationId="{37419CAD-877E-41C1-1722-11BE44CB9284}"/>
          </ac:picMkLst>
        </pc:picChg>
      </pc:sldChg>
      <pc:sldChg chg="addSp new mod">
        <pc:chgData name="Madhumita Patro" userId="bdae627b6e32fdc1" providerId="LiveId" clId="{51EE9AB9-3F13-424C-B625-9DB51FEAF1BC}" dt="2025-11-22T07:16:50.899" v="286" actId="22"/>
        <pc:sldMkLst>
          <pc:docMk/>
          <pc:sldMk cId="2712667600" sldId="271"/>
        </pc:sldMkLst>
        <pc:picChg chg="add">
          <ac:chgData name="Madhumita Patro" userId="bdae627b6e32fdc1" providerId="LiveId" clId="{51EE9AB9-3F13-424C-B625-9DB51FEAF1BC}" dt="2025-11-22T07:16:50.899" v="286" actId="22"/>
          <ac:picMkLst>
            <pc:docMk/>
            <pc:sldMk cId="2712667600" sldId="271"/>
            <ac:picMk id="6" creationId="{AEAFB650-EA4D-AB1D-0C55-0C9F4A6517C4}"/>
          </ac:picMkLst>
        </pc:picChg>
      </pc:sldChg>
      <pc:sldChg chg="addSp new mod">
        <pc:chgData name="Madhumita Patro" userId="bdae627b6e32fdc1" providerId="LiveId" clId="{51EE9AB9-3F13-424C-B625-9DB51FEAF1BC}" dt="2025-11-22T07:22:34.881" v="288" actId="22"/>
        <pc:sldMkLst>
          <pc:docMk/>
          <pc:sldMk cId="1404354562" sldId="272"/>
        </pc:sldMkLst>
        <pc:picChg chg="add">
          <ac:chgData name="Madhumita Patro" userId="bdae627b6e32fdc1" providerId="LiveId" clId="{51EE9AB9-3F13-424C-B625-9DB51FEAF1BC}" dt="2025-11-22T07:22:34.881" v="288" actId="22"/>
          <ac:picMkLst>
            <pc:docMk/>
            <pc:sldMk cId="1404354562" sldId="272"/>
            <ac:picMk id="6" creationId="{A59CAA6C-0C2D-6AD4-EE0B-A49D5859EB3B}"/>
          </ac:picMkLst>
        </pc:picChg>
      </pc:sldChg>
      <pc:sldChg chg="addSp new mod">
        <pc:chgData name="Madhumita Patro" userId="bdae627b6e32fdc1" providerId="LiveId" clId="{51EE9AB9-3F13-424C-B625-9DB51FEAF1BC}" dt="2025-11-22T07:22:52.005" v="290" actId="22"/>
        <pc:sldMkLst>
          <pc:docMk/>
          <pc:sldMk cId="226830739" sldId="273"/>
        </pc:sldMkLst>
        <pc:picChg chg="add">
          <ac:chgData name="Madhumita Patro" userId="bdae627b6e32fdc1" providerId="LiveId" clId="{51EE9AB9-3F13-424C-B625-9DB51FEAF1BC}" dt="2025-11-22T07:22:52.005" v="290" actId="22"/>
          <ac:picMkLst>
            <pc:docMk/>
            <pc:sldMk cId="226830739" sldId="273"/>
            <ac:picMk id="6" creationId="{44EDC84E-8A8F-F66C-3B12-D8C3CA496B55}"/>
          </ac:picMkLst>
        </pc:picChg>
      </pc:sldChg>
      <pc:sldChg chg="addSp new mod">
        <pc:chgData name="Madhumita Patro" userId="bdae627b6e32fdc1" providerId="LiveId" clId="{51EE9AB9-3F13-424C-B625-9DB51FEAF1BC}" dt="2025-11-22T07:23:23.269" v="292" actId="22"/>
        <pc:sldMkLst>
          <pc:docMk/>
          <pc:sldMk cId="2569828013" sldId="274"/>
        </pc:sldMkLst>
        <pc:picChg chg="add">
          <ac:chgData name="Madhumita Patro" userId="bdae627b6e32fdc1" providerId="LiveId" clId="{51EE9AB9-3F13-424C-B625-9DB51FEAF1BC}" dt="2025-11-22T07:23:23.269" v="292" actId="22"/>
          <ac:picMkLst>
            <pc:docMk/>
            <pc:sldMk cId="2569828013" sldId="274"/>
            <ac:picMk id="6" creationId="{192522C2-C571-B14B-BAE2-9F0E09013898}"/>
          </ac:picMkLst>
        </pc:picChg>
      </pc:sldChg>
      <pc:sldChg chg="addSp new mod">
        <pc:chgData name="Madhumita Patro" userId="bdae627b6e32fdc1" providerId="LiveId" clId="{51EE9AB9-3F13-424C-B625-9DB51FEAF1BC}" dt="2025-11-22T07:23:37.059" v="294" actId="22"/>
        <pc:sldMkLst>
          <pc:docMk/>
          <pc:sldMk cId="3069247032" sldId="275"/>
        </pc:sldMkLst>
        <pc:picChg chg="add">
          <ac:chgData name="Madhumita Patro" userId="bdae627b6e32fdc1" providerId="LiveId" clId="{51EE9AB9-3F13-424C-B625-9DB51FEAF1BC}" dt="2025-11-22T07:23:37.059" v="294" actId="22"/>
          <ac:picMkLst>
            <pc:docMk/>
            <pc:sldMk cId="3069247032" sldId="275"/>
            <ac:picMk id="6" creationId="{84635A69-CB6E-72D7-A4F4-6ED648E19442}"/>
          </ac:picMkLst>
        </pc:picChg>
      </pc:sldChg>
      <pc:sldChg chg="addSp new mod">
        <pc:chgData name="Madhumita Patro" userId="bdae627b6e32fdc1" providerId="LiveId" clId="{51EE9AB9-3F13-424C-B625-9DB51FEAF1BC}" dt="2025-11-22T07:23:57.413" v="296" actId="22"/>
        <pc:sldMkLst>
          <pc:docMk/>
          <pc:sldMk cId="3779820673" sldId="276"/>
        </pc:sldMkLst>
        <pc:picChg chg="add">
          <ac:chgData name="Madhumita Patro" userId="bdae627b6e32fdc1" providerId="LiveId" clId="{51EE9AB9-3F13-424C-B625-9DB51FEAF1BC}" dt="2025-11-22T07:23:57.413" v="296" actId="22"/>
          <ac:picMkLst>
            <pc:docMk/>
            <pc:sldMk cId="3779820673" sldId="276"/>
            <ac:picMk id="6" creationId="{E844DA25-0DB0-8F4B-0C03-A45DBD44DD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BF08-FB14-4499-A555-533049592EF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7E929-0427-4F0E-A095-299128B66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44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BAF9FFE-0236-4C44-B682-1211559F9FEE}" type="datetime1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55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3C08-A766-4DA7-956E-082FFC447B35}" type="datetime1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4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3F24777-DB47-45E4-8831-4E60BBC6A4A1}" type="datetime1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30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358A-038C-4952-A849-1BFF219D6FBD}" type="datetime1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10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4EC6-CE34-48A9-9AFD-FED9716C95F9}" type="datetime1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3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A012-70D5-4B75-BCB3-76ECBBA9300C}" type="datetime1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748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BCD3-C05F-4BA5-AFDE-5EB8138CAC8B}" type="datetime1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60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E082-F277-4F70-8072-4A1A58901AAE}" type="datetime1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0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DA93-77B3-4368-BF55-46E8E62B75E4}" type="datetime1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01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5587-C44D-4FD6-B030-B429175CF260}" type="datetime1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53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5AF63CD-4F38-4039-99A8-A9D26FA01E22}" type="datetime1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048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0B57D9-8FA6-4818-B746-85DDA83F4876}" type="datetime1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612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56D83BF-167A-41F5-9E9D-5028B86F9718}" type="datetime1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154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0F7C4-AE39-4BBC-87BA-A02572CD57C9}" type="datetime1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963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DCC52-B138-45F0-9A10-59E55D647CA8}" type="datetime1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571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4DFD-E319-49DB-9807-C9D250D6B4EA}" type="datetime1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85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F31403E-A4B7-4441-9B5C-33C0DCF49D82}" type="datetime1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25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EE78B-AD25-4211-BDCB-04B5C90DF6E4}" type="datetime1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A1B38-BA3E-4711-905C-29B5F103A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102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4979-E5D9-A859-4EC1-133C96EB4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GOOGLE APPS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4232F-A3BA-8B5B-2C7C-1B3D2A727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MADHUMITA PATRO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F5CDE-EE4E-E08D-CBC4-D61E1345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21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5F619-0205-F6A5-4062-91FF3E31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Context</a:t>
            </a:r>
          </a:p>
          <a:p>
            <a:r>
              <a:rPr lang="en-US" dirty="0"/>
              <a:t>While many public datasets (on Kaggle and the like) provide Apple App Store data, there are not many counterpart datasets available for Google Play Store apps anywhere on the web.</a:t>
            </a:r>
          </a:p>
          <a:p>
            <a:r>
              <a:rPr lang="en-US" dirty="0"/>
              <a:t> On digging deeper, I found out that the iTunes App Store page deploys a nicely indexed appendix-like structure to allow for simple and easy web scraping. </a:t>
            </a:r>
          </a:p>
          <a:p>
            <a:r>
              <a:rPr lang="en-US" dirty="0"/>
              <a:t>On the other hand, Google Play Store uses sophisticated modern-day techniques (like dynamic page load) using </a:t>
            </a:r>
            <a:r>
              <a:rPr lang="en-US" dirty="0" err="1"/>
              <a:t>JQuery</a:t>
            </a:r>
            <a:r>
              <a:rPr lang="en-US" dirty="0"/>
              <a:t> making scraping more challenging.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F532E-B7C5-24EC-65E7-06AA2BC8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2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2A7397-868F-FAB2-F96E-BDF083FB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About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98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E38A-7B1B-099A-34D6-50232482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C962-21E5-8E25-8FAD-34A1F0459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Each app (row) has values for category, rating, size, and more.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IN" b="1" dirty="0"/>
              <a:t>Acknowledgements</a:t>
            </a:r>
          </a:p>
          <a:p>
            <a:r>
              <a:rPr lang="en-US" b="1" dirty="0"/>
              <a:t>This information is scraped from the Google Play Store. This app information would not be available </a:t>
            </a:r>
            <a:r>
              <a:rPr lang="en-IN" b="1" dirty="0"/>
              <a:t>without it.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Inspiration</a:t>
            </a:r>
          </a:p>
          <a:p>
            <a:r>
              <a:rPr lang="en-US" b="1" dirty="0"/>
              <a:t>The Play Store apps data has enormous potential to drive app-making businesses to success. </a:t>
            </a:r>
          </a:p>
          <a:p>
            <a:r>
              <a:rPr lang="en-US" b="1" dirty="0"/>
              <a:t>Actionable insights can be drawn for developers to work on and capture the Android market!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E0B0C-0ECE-193D-25AA-027276FB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49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45CC-F810-15C6-C519-E2A89193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0C86C-7FCE-F2E3-48E6-3BC66DEC1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this project is to analyze the characteristics of apps on the Google Play Store, including their ratings, reviews, sizes, installation counts, and more. </a:t>
            </a:r>
          </a:p>
          <a:p>
            <a:r>
              <a:rPr lang="en-US" dirty="0"/>
              <a:t>The analysis will help identify trends, outliers, and patterns in the app market.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EC6F5-9829-BB33-96F1-5953BFD0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79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7BEF-EC1D-5475-803C-F7C34F2B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 HEADS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2599FE-FFFE-AB19-D04D-7DA6D73B3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0887"/>
            <a:ext cx="5658928" cy="54260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984A1-FF2B-BA50-44D7-0DCD567A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6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9402-B409-F966-CAD2-14578C3F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app ratings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9C47CA-CBF8-A00D-2747-BB174B5D4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820" y="1656272"/>
            <a:ext cx="8168708" cy="52017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6FB3-3B45-78F2-548E-B7C3F73C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566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A58D-0200-FAF6-13DE-0142DC9A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 of apps by category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C1823C-8EA9-8743-E503-7041768CB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243" y="1673525"/>
            <a:ext cx="8542180" cy="51844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F74C5-8062-FBAF-E6FD-430C4012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55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2515-AA7E-4CBE-985C-A8738988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Relationship between installs and ratings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C6C55A-3B4B-B65A-14E8-8EEFB3154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0887"/>
            <a:ext cx="7988060" cy="55267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BBE5A-8E0B-DD3F-FF78-EECCBFD4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664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52D07-4945-8A7B-765F-07E9B4E4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Category rating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5491C-85A4-440B-3A0F-6578FC0D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90E68-9704-07DE-0E53-B9E7AF676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096000" cy="690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3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976D-F2F8-9EAE-79F9-55DBE5DC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genres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6C73F-298F-5EA0-76A9-6DCE19734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Education 549 </a:t>
            </a:r>
          </a:p>
          <a:p>
            <a:r>
              <a:rPr lang="en-US" dirty="0"/>
              <a:t>Medical 463 </a:t>
            </a:r>
          </a:p>
          <a:p>
            <a:r>
              <a:rPr lang="en-US" dirty="0"/>
              <a:t>Business 460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12B8D-69FF-6DF5-4543-59045A66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270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1303-5831-5FD2-91C7-FAAEF830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85BB-3367-6590-D6DA-2757D1F7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6D3A2-83F7-F30E-D69A-E83593220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715E2-2B58-3186-0224-2473096B7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0887"/>
            <a:ext cx="490537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34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A9DB-75D4-CCA8-0695-6F626911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88A3-076F-F85A-92B1-5BD70D5ED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3B750-F070-1618-7293-E0C42702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FBFFD-8889-70B7-B24C-CA0C90AD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600"/>
            <a:ext cx="121920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92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EAB6F-4744-253F-A658-E2294CD2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772B3-D3C5-963C-6DCB-5B2ED0E4B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D8702-D6DC-BE8C-5D3B-4B8E97F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8231C-9994-DA5F-A868-BEBF28DAA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1" y="0"/>
            <a:ext cx="11110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69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0B260-4FB2-6B76-F679-7A59D9EC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01653-E7DE-5106-F2E4-824BA2316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09C4E-67B6-3D1F-976C-A3569865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50FE9-B621-F569-7E31-E1F4E5CCD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1" y="1075099"/>
            <a:ext cx="11697077" cy="470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36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CC53-E9FB-C866-57E4-A8AB8AD7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CA266-F94B-C438-EDE7-6BC6784D4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3779B-DD52-E0EE-630D-30825440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19CAD-877E-41C1-1722-11BE44CB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82" y="1043412"/>
            <a:ext cx="11588436" cy="477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1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7A3AA-86BB-A937-8B99-44EB9CA5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4E85C-23D5-8BAD-0BE8-1CE05954B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22086-D1CD-20D8-6412-EA919496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AFB650-EA4D-AB1D-0C55-0C9F4A65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779"/>
            <a:ext cx="12192000" cy="48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67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C02C-CF81-5ACC-7A15-1F8CA65B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B07B1-2B4F-EDF9-9133-3DF13CCEE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0665D-AA5F-6B07-9CB0-D1C9688D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CAA6C-0C2D-6AD4-EE0B-A49D5859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779"/>
            <a:ext cx="12192000" cy="48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54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83F3-5F5C-0350-95A1-9D7AE9E2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0DA3D-0485-5804-1CBC-B6913CE3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4F8A9-90E2-0147-D081-256BF931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DC84E-8A8F-F66C-3B12-D8C3CA49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47" y="984564"/>
            <a:ext cx="11769505" cy="488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0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B2C6-E588-BBFA-86A3-C38F29C4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FD481-175E-A9B4-B39E-EE6A7D0AB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0D744-96C9-1250-86FA-0938ADDD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19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2522C2-C571-B14B-BAE2-9F0E09013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6" y="984564"/>
            <a:ext cx="11878147" cy="488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28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BD6E-DDE9-B46D-607B-C895A67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B264-B845-CA23-99B1-AEB13AD74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42CB3-262F-9984-8B54-11AFB4FF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20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35A69-CB6E-72D7-A4F4-6ED648E1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47" y="1052465"/>
            <a:ext cx="11769505" cy="47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47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F3E5-A4FB-00FA-8D0C-2E10A48A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56A8-FDD2-5940-A5A4-17D9346E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0B839-98B1-D2D0-CB4E-496A452D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1B38-BA3E-4711-905C-29B5F103AEB9}" type="slidenum">
              <a:rPr lang="en-IN" smtClean="0"/>
              <a:t>21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44DA25-0DB0-8F4B-0C03-A45DBD44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847" y="1215427"/>
            <a:ext cx="4454305" cy="44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2067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</TotalTime>
  <Words>263</Words>
  <Application>Microsoft Office PowerPoint</Application>
  <PresentationFormat>Widescreen</PresentationFormat>
  <Paragraphs>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Century Gothic</vt:lpstr>
      <vt:lpstr>Vapor Trail</vt:lpstr>
      <vt:lpstr>GOOGLE APPS</vt:lpstr>
      <vt:lpstr>About Dataset</vt:lpstr>
      <vt:lpstr>Content</vt:lpstr>
      <vt:lpstr>Objective</vt:lpstr>
      <vt:lpstr>PRINT HEADS</vt:lpstr>
      <vt:lpstr>Distribution of app ratings</vt:lpstr>
      <vt:lpstr>Count of apps by category</vt:lpstr>
      <vt:lpstr>Relationship between installs and ratings</vt:lpstr>
      <vt:lpstr>Category rating</vt:lpstr>
      <vt:lpstr>Top genres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Madhumita Patro</dc:creator>
  <cp:lastModifiedBy>Madhumita Patro</cp:lastModifiedBy>
  <cp:revision>1</cp:revision>
  <dcterms:created xsi:type="dcterms:W3CDTF">2025-11-22T05:57:10Z</dcterms:created>
  <dcterms:modified xsi:type="dcterms:W3CDTF">2025-11-22T07:24:00Z</dcterms:modified>
</cp:coreProperties>
</file>