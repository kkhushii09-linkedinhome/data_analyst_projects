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3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6" d="100"/>
          <a:sy n="56" d="100"/>
        </p:scale>
        <p:origin x="384" y="2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D654949-016C-487B-A584-6C4EF9801896}" type="datetimeFigureOut">
              <a:rPr lang="en-IN" smtClean="0"/>
              <a:t>03-11-2025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BA665DA-DF33-423D-B7AA-01A046C9EB36}" type="slidenum">
              <a:rPr lang="en-IN" smtClean="0"/>
              <a:t>‹#›</a:t>
            </a:fld>
            <a:endParaRPr lang="en-IN"/>
          </a:p>
        </p:txBody>
      </p:sp>
    </p:spTree>
    <p:extLst>
      <p:ext uri="{BB962C8B-B14F-4D97-AF65-F5344CB8AC3E}">
        <p14:creationId xmlns:p14="http://schemas.microsoft.com/office/powerpoint/2010/main" val="25233189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IN"/>
            </a:p>
          </p:txBody>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IN"/>
            </a:p>
          </p:txBody>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IN"/>
            </a:p>
          </p:txBody>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IN"/>
            </a:p>
          </p:txBody>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CAE173A3-A557-4808-BA4F-7A890AA93E1C}" type="datetime1">
              <a:rPr lang="en-IN" smtClean="0"/>
              <a:t>03-11-2025</a:t>
            </a:fld>
            <a:endParaRPr lang="en-IN"/>
          </a:p>
        </p:txBody>
      </p:sp>
      <p:sp>
        <p:nvSpPr>
          <p:cNvPr id="5" name="Footer Placeholder 4"/>
          <p:cNvSpPr>
            <a:spLocks noGrp="1"/>
          </p:cNvSpPr>
          <p:nvPr>
            <p:ph type="ftr" sz="quarter" idx="11"/>
          </p:nvPr>
        </p:nvSpPr>
        <p:spPr>
          <a:xfrm>
            <a:off x="1876424" y="5410201"/>
            <a:ext cx="5124886" cy="365125"/>
          </a:xfrm>
        </p:spPr>
        <p:txBody>
          <a:bodyPr/>
          <a:lstStyle/>
          <a:p>
            <a:r>
              <a:rPr lang="en-IN"/>
              <a:t>UNIFIED MENTOR</a:t>
            </a:r>
          </a:p>
        </p:txBody>
      </p:sp>
      <p:sp>
        <p:nvSpPr>
          <p:cNvPr id="6" name="Slide Number Placeholder 5"/>
          <p:cNvSpPr>
            <a:spLocks noGrp="1"/>
          </p:cNvSpPr>
          <p:nvPr>
            <p:ph type="sldNum" sz="quarter" idx="12"/>
          </p:nvPr>
        </p:nvSpPr>
        <p:spPr>
          <a:xfrm>
            <a:off x="9896911" y="5410199"/>
            <a:ext cx="771089" cy="365125"/>
          </a:xfrm>
        </p:spPr>
        <p:txBody>
          <a:bodyPr/>
          <a:lstStyle/>
          <a:p>
            <a:fld id="{00F6528D-E7C2-4CAB-95DE-ECDF797428C4}" type="slidenum">
              <a:rPr lang="en-IN" smtClean="0"/>
              <a:t>‹#›</a:t>
            </a:fld>
            <a:endParaRPr lang="en-IN"/>
          </a:p>
        </p:txBody>
      </p:sp>
    </p:spTree>
    <p:extLst>
      <p:ext uri="{BB962C8B-B14F-4D97-AF65-F5344CB8AC3E}">
        <p14:creationId xmlns:p14="http://schemas.microsoft.com/office/powerpoint/2010/main" val="40401710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FA61242-1817-42BB-BCB3-32787727365B}" type="datetime1">
              <a:rPr lang="en-IN" smtClean="0"/>
              <a:t>03-11-2025</a:t>
            </a:fld>
            <a:endParaRPr lang="en-IN"/>
          </a:p>
        </p:txBody>
      </p:sp>
      <p:sp>
        <p:nvSpPr>
          <p:cNvPr id="5" name="Footer Placeholder 4"/>
          <p:cNvSpPr>
            <a:spLocks noGrp="1"/>
          </p:cNvSpPr>
          <p:nvPr>
            <p:ph type="ftr" sz="quarter" idx="11"/>
          </p:nvPr>
        </p:nvSpPr>
        <p:spPr/>
        <p:txBody>
          <a:bodyPr/>
          <a:lstStyle/>
          <a:p>
            <a:r>
              <a:rPr lang="en-IN"/>
              <a:t>UNIFIED MENTOR</a:t>
            </a:r>
          </a:p>
        </p:txBody>
      </p:sp>
      <p:sp>
        <p:nvSpPr>
          <p:cNvPr id="6" name="Slide Number Placeholder 5"/>
          <p:cNvSpPr>
            <a:spLocks noGrp="1"/>
          </p:cNvSpPr>
          <p:nvPr>
            <p:ph type="sldNum" sz="quarter" idx="12"/>
          </p:nvPr>
        </p:nvSpPr>
        <p:spPr/>
        <p:txBody>
          <a:bodyPr/>
          <a:lstStyle/>
          <a:p>
            <a:fld id="{00F6528D-E7C2-4CAB-95DE-ECDF797428C4}" type="slidenum">
              <a:rPr lang="en-IN" smtClean="0"/>
              <a:t>‹#›</a:t>
            </a:fld>
            <a:endParaRPr lang="en-IN"/>
          </a:p>
        </p:txBody>
      </p:sp>
    </p:spTree>
    <p:extLst>
      <p:ext uri="{BB962C8B-B14F-4D97-AF65-F5344CB8AC3E}">
        <p14:creationId xmlns:p14="http://schemas.microsoft.com/office/powerpoint/2010/main" val="13364504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9C6DB71-BB63-405C-91B1-70AD8057D932}" type="datetime1">
              <a:rPr lang="en-IN" smtClean="0"/>
              <a:t>03-11-2025</a:t>
            </a:fld>
            <a:endParaRPr lang="en-IN"/>
          </a:p>
        </p:txBody>
      </p:sp>
      <p:sp>
        <p:nvSpPr>
          <p:cNvPr id="5" name="Footer Placeholder 4"/>
          <p:cNvSpPr>
            <a:spLocks noGrp="1"/>
          </p:cNvSpPr>
          <p:nvPr>
            <p:ph type="ftr" sz="quarter" idx="11"/>
          </p:nvPr>
        </p:nvSpPr>
        <p:spPr/>
        <p:txBody>
          <a:bodyPr/>
          <a:lstStyle/>
          <a:p>
            <a:r>
              <a:rPr lang="en-IN"/>
              <a:t>UNIFIED MENTOR</a:t>
            </a:r>
          </a:p>
        </p:txBody>
      </p:sp>
      <p:sp>
        <p:nvSpPr>
          <p:cNvPr id="6" name="Slide Number Placeholder 5"/>
          <p:cNvSpPr>
            <a:spLocks noGrp="1"/>
          </p:cNvSpPr>
          <p:nvPr>
            <p:ph type="sldNum" sz="quarter" idx="12"/>
          </p:nvPr>
        </p:nvSpPr>
        <p:spPr/>
        <p:txBody>
          <a:bodyPr/>
          <a:lstStyle/>
          <a:p>
            <a:fld id="{00F6528D-E7C2-4CAB-95DE-ECDF797428C4}" type="slidenum">
              <a:rPr lang="en-IN" smtClean="0"/>
              <a:t>‹#›</a:t>
            </a:fld>
            <a:endParaRPr lang="en-IN"/>
          </a:p>
        </p:txBody>
      </p:sp>
    </p:spTree>
    <p:extLst>
      <p:ext uri="{BB962C8B-B14F-4D97-AF65-F5344CB8AC3E}">
        <p14:creationId xmlns:p14="http://schemas.microsoft.com/office/powerpoint/2010/main" val="21377109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A978A95-2E42-4675-BB32-FF9EE5197532}" type="datetime1">
              <a:rPr lang="en-IN" smtClean="0"/>
              <a:t>03-11-2025</a:t>
            </a:fld>
            <a:endParaRPr lang="en-IN"/>
          </a:p>
        </p:txBody>
      </p:sp>
      <p:sp>
        <p:nvSpPr>
          <p:cNvPr id="6" name="Footer Placeholder 5"/>
          <p:cNvSpPr>
            <a:spLocks noGrp="1"/>
          </p:cNvSpPr>
          <p:nvPr>
            <p:ph type="ftr" sz="quarter" idx="11"/>
          </p:nvPr>
        </p:nvSpPr>
        <p:spPr/>
        <p:txBody>
          <a:bodyPr/>
          <a:lstStyle/>
          <a:p>
            <a:r>
              <a:rPr lang="en-IN"/>
              <a:t>UNIFIED MENTOR</a:t>
            </a:r>
          </a:p>
        </p:txBody>
      </p:sp>
      <p:sp>
        <p:nvSpPr>
          <p:cNvPr id="7" name="Slide Number Placeholder 6"/>
          <p:cNvSpPr>
            <a:spLocks noGrp="1"/>
          </p:cNvSpPr>
          <p:nvPr>
            <p:ph type="sldNum" sz="quarter" idx="12"/>
          </p:nvPr>
        </p:nvSpPr>
        <p:spPr/>
        <p:txBody>
          <a:bodyPr/>
          <a:lstStyle/>
          <a:p>
            <a:fld id="{00F6528D-E7C2-4CAB-95DE-ECDF797428C4}" type="slidenum">
              <a:rPr lang="en-IN" smtClean="0"/>
              <a:t>‹#›</a:t>
            </a:fld>
            <a:endParaRPr lang="en-IN"/>
          </a:p>
        </p:txBody>
      </p:sp>
    </p:spTree>
    <p:extLst>
      <p:ext uri="{BB962C8B-B14F-4D97-AF65-F5344CB8AC3E}">
        <p14:creationId xmlns:p14="http://schemas.microsoft.com/office/powerpoint/2010/main" val="4225336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1000A33-C6F3-4F94-AB02-B32F35840722}" type="datetime1">
              <a:rPr lang="en-IN" smtClean="0"/>
              <a:t>03-11-2025</a:t>
            </a:fld>
            <a:endParaRPr lang="en-IN"/>
          </a:p>
        </p:txBody>
      </p:sp>
      <p:sp>
        <p:nvSpPr>
          <p:cNvPr id="8" name="Footer Placeholder 7"/>
          <p:cNvSpPr>
            <a:spLocks noGrp="1"/>
          </p:cNvSpPr>
          <p:nvPr>
            <p:ph type="ftr" sz="quarter" idx="11"/>
          </p:nvPr>
        </p:nvSpPr>
        <p:spPr/>
        <p:txBody>
          <a:bodyPr/>
          <a:lstStyle/>
          <a:p>
            <a:r>
              <a:rPr lang="en-IN"/>
              <a:t>UNIFIED MENTOR</a:t>
            </a:r>
          </a:p>
        </p:txBody>
      </p:sp>
      <p:sp>
        <p:nvSpPr>
          <p:cNvPr id="9" name="Slide Number Placeholder 8"/>
          <p:cNvSpPr>
            <a:spLocks noGrp="1"/>
          </p:cNvSpPr>
          <p:nvPr>
            <p:ph type="sldNum" sz="quarter" idx="12"/>
          </p:nvPr>
        </p:nvSpPr>
        <p:spPr/>
        <p:txBody>
          <a:bodyPr/>
          <a:lstStyle/>
          <a:p>
            <a:fld id="{00F6528D-E7C2-4CAB-95DE-ECDF797428C4}" type="slidenum">
              <a:rPr lang="en-IN" smtClean="0"/>
              <a:t>‹#›</a:t>
            </a:fld>
            <a:endParaRPr lang="en-IN"/>
          </a:p>
        </p:txBody>
      </p:sp>
    </p:spTree>
    <p:extLst>
      <p:ext uri="{BB962C8B-B14F-4D97-AF65-F5344CB8AC3E}">
        <p14:creationId xmlns:p14="http://schemas.microsoft.com/office/powerpoint/2010/main" val="9261623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92924CC-AF78-449A-8DB4-1FCEC89B3763}" type="datetime1">
              <a:rPr lang="en-IN" smtClean="0"/>
              <a:t>03-11-2025</a:t>
            </a:fld>
            <a:endParaRPr lang="en-IN"/>
          </a:p>
        </p:txBody>
      </p:sp>
      <p:sp>
        <p:nvSpPr>
          <p:cNvPr id="4" name="Footer Placeholder 3"/>
          <p:cNvSpPr>
            <a:spLocks noGrp="1"/>
          </p:cNvSpPr>
          <p:nvPr>
            <p:ph type="ftr" sz="quarter" idx="11"/>
          </p:nvPr>
        </p:nvSpPr>
        <p:spPr/>
        <p:txBody>
          <a:bodyPr/>
          <a:lstStyle/>
          <a:p>
            <a:r>
              <a:rPr lang="en-IN"/>
              <a:t>UNIFIED MENTOR</a:t>
            </a:r>
          </a:p>
        </p:txBody>
      </p:sp>
      <p:sp>
        <p:nvSpPr>
          <p:cNvPr id="5" name="Slide Number Placeholder 4"/>
          <p:cNvSpPr>
            <a:spLocks noGrp="1"/>
          </p:cNvSpPr>
          <p:nvPr>
            <p:ph type="sldNum" sz="quarter" idx="12"/>
          </p:nvPr>
        </p:nvSpPr>
        <p:spPr/>
        <p:txBody>
          <a:bodyPr/>
          <a:lstStyle/>
          <a:p>
            <a:fld id="{00F6528D-E7C2-4CAB-95DE-ECDF797428C4}" type="slidenum">
              <a:rPr lang="en-IN" smtClean="0"/>
              <a:t>‹#›</a:t>
            </a:fld>
            <a:endParaRPr lang="en-IN"/>
          </a:p>
        </p:txBody>
      </p:sp>
    </p:spTree>
    <p:extLst>
      <p:ext uri="{BB962C8B-B14F-4D97-AF65-F5344CB8AC3E}">
        <p14:creationId xmlns:p14="http://schemas.microsoft.com/office/powerpoint/2010/main" val="16031071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41C1F41-4014-4D7A-8E34-611582ADB466}" type="datetime1">
              <a:rPr lang="en-IN" smtClean="0"/>
              <a:t>03-11-2025</a:t>
            </a:fld>
            <a:endParaRPr lang="en-IN"/>
          </a:p>
        </p:txBody>
      </p:sp>
      <p:sp>
        <p:nvSpPr>
          <p:cNvPr id="3" name="Footer Placeholder 2"/>
          <p:cNvSpPr>
            <a:spLocks noGrp="1"/>
          </p:cNvSpPr>
          <p:nvPr>
            <p:ph type="ftr" sz="quarter" idx="11"/>
          </p:nvPr>
        </p:nvSpPr>
        <p:spPr/>
        <p:txBody>
          <a:bodyPr/>
          <a:lstStyle/>
          <a:p>
            <a:r>
              <a:rPr lang="en-IN"/>
              <a:t>UNIFIED MENTOR</a:t>
            </a:r>
          </a:p>
        </p:txBody>
      </p:sp>
      <p:sp>
        <p:nvSpPr>
          <p:cNvPr id="4" name="Slide Number Placeholder 3"/>
          <p:cNvSpPr>
            <a:spLocks noGrp="1"/>
          </p:cNvSpPr>
          <p:nvPr>
            <p:ph type="sldNum" sz="quarter" idx="12"/>
          </p:nvPr>
        </p:nvSpPr>
        <p:spPr/>
        <p:txBody>
          <a:bodyPr/>
          <a:lstStyle/>
          <a:p>
            <a:fld id="{00F6528D-E7C2-4CAB-95DE-ECDF797428C4}" type="slidenum">
              <a:rPr lang="en-IN" smtClean="0"/>
              <a:t>‹#›</a:t>
            </a:fld>
            <a:endParaRPr lang="en-IN"/>
          </a:p>
        </p:txBody>
      </p:sp>
    </p:spTree>
    <p:extLst>
      <p:ext uri="{BB962C8B-B14F-4D97-AF65-F5344CB8AC3E}">
        <p14:creationId xmlns:p14="http://schemas.microsoft.com/office/powerpoint/2010/main" val="28418857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0EF1F07-50DA-4835-89B9-00FF3342F31F}" type="datetime1">
              <a:rPr lang="en-IN" smtClean="0"/>
              <a:t>03-11-2025</a:t>
            </a:fld>
            <a:endParaRPr lang="en-IN"/>
          </a:p>
        </p:txBody>
      </p:sp>
      <p:sp>
        <p:nvSpPr>
          <p:cNvPr id="6" name="Footer Placeholder 5"/>
          <p:cNvSpPr>
            <a:spLocks noGrp="1"/>
          </p:cNvSpPr>
          <p:nvPr>
            <p:ph type="ftr" sz="quarter" idx="11"/>
          </p:nvPr>
        </p:nvSpPr>
        <p:spPr/>
        <p:txBody>
          <a:bodyPr/>
          <a:lstStyle/>
          <a:p>
            <a:r>
              <a:rPr lang="en-IN"/>
              <a:t>UNIFIED MENTOR</a:t>
            </a:r>
          </a:p>
        </p:txBody>
      </p:sp>
      <p:sp>
        <p:nvSpPr>
          <p:cNvPr id="7" name="Slide Number Placeholder 6"/>
          <p:cNvSpPr>
            <a:spLocks noGrp="1"/>
          </p:cNvSpPr>
          <p:nvPr>
            <p:ph type="sldNum" sz="quarter" idx="12"/>
          </p:nvPr>
        </p:nvSpPr>
        <p:spPr/>
        <p:txBody>
          <a:bodyPr/>
          <a:lstStyle/>
          <a:p>
            <a:fld id="{00F6528D-E7C2-4CAB-95DE-ECDF797428C4}" type="slidenum">
              <a:rPr lang="en-IN" smtClean="0"/>
              <a:t>‹#›</a:t>
            </a:fld>
            <a:endParaRPr lang="en-IN"/>
          </a:p>
        </p:txBody>
      </p:sp>
    </p:spTree>
    <p:extLst>
      <p:ext uri="{BB962C8B-B14F-4D97-AF65-F5344CB8AC3E}">
        <p14:creationId xmlns:p14="http://schemas.microsoft.com/office/powerpoint/2010/main" val="40370190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DBC0270-C884-4AA4-80AF-F60E4A246D96}" type="datetime1">
              <a:rPr lang="en-IN" smtClean="0"/>
              <a:t>03-11-2025</a:t>
            </a:fld>
            <a:endParaRPr lang="en-IN"/>
          </a:p>
        </p:txBody>
      </p:sp>
      <p:sp>
        <p:nvSpPr>
          <p:cNvPr id="6" name="Footer Placeholder 5"/>
          <p:cNvSpPr>
            <a:spLocks noGrp="1"/>
          </p:cNvSpPr>
          <p:nvPr>
            <p:ph type="ftr" sz="quarter" idx="11"/>
          </p:nvPr>
        </p:nvSpPr>
        <p:spPr/>
        <p:txBody>
          <a:bodyPr/>
          <a:lstStyle/>
          <a:p>
            <a:r>
              <a:rPr lang="en-IN"/>
              <a:t>UNIFIED MENTOR</a:t>
            </a:r>
          </a:p>
        </p:txBody>
      </p:sp>
      <p:sp>
        <p:nvSpPr>
          <p:cNvPr id="7" name="Slide Number Placeholder 6"/>
          <p:cNvSpPr>
            <a:spLocks noGrp="1"/>
          </p:cNvSpPr>
          <p:nvPr>
            <p:ph type="sldNum" sz="quarter" idx="12"/>
          </p:nvPr>
        </p:nvSpPr>
        <p:spPr/>
        <p:txBody>
          <a:bodyPr/>
          <a:lstStyle/>
          <a:p>
            <a:fld id="{00F6528D-E7C2-4CAB-95DE-ECDF797428C4}" type="slidenum">
              <a:rPr lang="en-IN" smtClean="0"/>
              <a:t>‹#›</a:t>
            </a:fld>
            <a:endParaRPr lang="en-IN"/>
          </a:p>
        </p:txBody>
      </p:sp>
    </p:spTree>
    <p:extLst>
      <p:ext uri="{BB962C8B-B14F-4D97-AF65-F5344CB8AC3E}">
        <p14:creationId xmlns:p14="http://schemas.microsoft.com/office/powerpoint/2010/main" val="32364997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5F4D9E8-051A-4DF4-BF4A-097DFE8AC55E}" type="datetime1">
              <a:rPr lang="en-IN" smtClean="0"/>
              <a:t>03-11-2025</a:t>
            </a:fld>
            <a:endParaRPr lang="en-IN"/>
          </a:p>
        </p:txBody>
      </p:sp>
      <p:sp>
        <p:nvSpPr>
          <p:cNvPr id="6" name="Footer Placeholder 5"/>
          <p:cNvSpPr>
            <a:spLocks noGrp="1"/>
          </p:cNvSpPr>
          <p:nvPr>
            <p:ph type="ftr" sz="quarter" idx="11"/>
          </p:nvPr>
        </p:nvSpPr>
        <p:spPr/>
        <p:txBody>
          <a:bodyPr/>
          <a:lstStyle/>
          <a:p>
            <a:r>
              <a:rPr lang="en-IN"/>
              <a:t>UNIFIED MENTOR</a:t>
            </a:r>
          </a:p>
        </p:txBody>
      </p:sp>
      <p:sp>
        <p:nvSpPr>
          <p:cNvPr id="7" name="Slide Number Placeholder 6"/>
          <p:cNvSpPr>
            <a:spLocks noGrp="1"/>
          </p:cNvSpPr>
          <p:nvPr>
            <p:ph type="sldNum" sz="quarter" idx="12"/>
          </p:nvPr>
        </p:nvSpPr>
        <p:spPr/>
        <p:txBody>
          <a:bodyPr/>
          <a:lstStyle/>
          <a:p>
            <a:fld id="{00F6528D-E7C2-4CAB-95DE-ECDF797428C4}" type="slidenum">
              <a:rPr lang="en-IN" smtClean="0"/>
              <a:t>‹#›</a:t>
            </a:fld>
            <a:endParaRPr lang="en-IN"/>
          </a:p>
        </p:txBody>
      </p:sp>
    </p:spTree>
    <p:extLst>
      <p:ext uri="{BB962C8B-B14F-4D97-AF65-F5344CB8AC3E}">
        <p14:creationId xmlns:p14="http://schemas.microsoft.com/office/powerpoint/2010/main" val="321677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DBBD88C-97A8-4695-84AB-D269BFD1594D}" type="datetime1">
              <a:rPr lang="en-IN" smtClean="0"/>
              <a:t>03-11-2025</a:t>
            </a:fld>
            <a:endParaRPr lang="en-IN"/>
          </a:p>
        </p:txBody>
      </p:sp>
      <p:sp>
        <p:nvSpPr>
          <p:cNvPr id="6" name="Footer Placeholder 5"/>
          <p:cNvSpPr>
            <a:spLocks noGrp="1"/>
          </p:cNvSpPr>
          <p:nvPr>
            <p:ph type="ftr" sz="quarter" idx="11"/>
          </p:nvPr>
        </p:nvSpPr>
        <p:spPr/>
        <p:txBody>
          <a:bodyPr/>
          <a:lstStyle/>
          <a:p>
            <a:r>
              <a:rPr lang="en-IN"/>
              <a:t>UNIFIED MENTOR</a:t>
            </a:r>
          </a:p>
        </p:txBody>
      </p:sp>
      <p:sp>
        <p:nvSpPr>
          <p:cNvPr id="7" name="Slide Number Placeholder 6"/>
          <p:cNvSpPr>
            <a:spLocks noGrp="1"/>
          </p:cNvSpPr>
          <p:nvPr>
            <p:ph type="sldNum" sz="quarter" idx="12"/>
          </p:nvPr>
        </p:nvSpPr>
        <p:spPr/>
        <p:txBody>
          <a:bodyPr/>
          <a:lstStyle/>
          <a:p>
            <a:fld id="{00F6528D-E7C2-4CAB-95DE-ECDF797428C4}" type="slidenum">
              <a:rPr lang="en-IN" smtClean="0"/>
              <a:t>‹#›</a:t>
            </a:fld>
            <a:endParaRPr lang="en-IN"/>
          </a:p>
        </p:txBody>
      </p:sp>
    </p:spTree>
    <p:extLst>
      <p:ext uri="{BB962C8B-B14F-4D97-AF65-F5344CB8AC3E}">
        <p14:creationId xmlns:p14="http://schemas.microsoft.com/office/powerpoint/2010/main" val="18027207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D197E1-A77C-416E-B481-C173B61A4404}" type="datetime1">
              <a:rPr lang="en-IN" smtClean="0"/>
              <a:t>03-11-2025</a:t>
            </a:fld>
            <a:endParaRPr lang="en-IN"/>
          </a:p>
        </p:txBody>
      </p:sp>
      <p:sp>
        <p:nvSpPr>
          <p:cNvPr id="6" name="Footer Placeholder 5"/>
          <p:cNvSpPr>
            <a:spLocks noGrp="1"/>
          </p:cNvSpPr>
          <p:nvPr>
            <p:ph type="ftr" sz="quarter" idx="11"/>
          </p:nvPr>
        </p:nvSpPr>
        <p:spPr/>
        <p:txBody>
          <a:bodyPr/>
          <a:lstStyle/>
          <a:p>
            <a:r>
              <a:rPr lang="en-IN"/>
              <a:t>UNIFIED MENTOR</a:t>
            </a:r>
          </a:p>
        </p:txBody>
      </p:sp>
      <p:sp>
        <p:nvSpPr>
          <p:cNvPr id="7" name="Slide Number Placeholder 6"/>
          <p:cNvSpPr>
            <a:spLocks noGrp="1"/>
          </p:cNvSpPr>
          <p:nvPr>
            <p:ph type="sldNum" sz="quarter" idx="12"/>
          </p:nvPr>
        </p:nvSpPr>
        <p:spPr/>
        <p:txBody>
          <a:bodyPr/>
          <a:lstStyle/>
          <a:p>
            <a:fld id="{00F6528D-E7C2-4CAB-95DE-ECDF797428C4}" type="slidenum">
              <a:rPr lang="en-IN" smtClean="0"/>
              <a:t>‹#›</a:t>
            </a:fld>
            <a:endParaRPr lang="en-IN"/>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6258023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C107E95-4ADD-48DF-B0C8-E90B4F413078}" type="datetime1">
              <a:rPr lang="en-IN" smtClean="0"/>
              <a:t>03-11-2025</a:t>
            </a:fld>
            <a:endParaRPr lang="en-IN"/>
          </a:p>
        </p:txBody>
      </p:sp>
      <p:sp>
        <p:nvSpPr>
          <p:cNvPr id="6" name="Footer Placeholder 5"/>
          <p:cNvSpPr>
            <a:spLocks noGrp="1"/>
          </p:cNvSpPr>
          <p:nvPr>
            <p:ph type="ftr" sz="quarter" idx="11"/>
          </p:nvPr>
        </p:nvSpPr>
        <p:spPr/>
        <p:txBody>
          <a:bodyPr/>
          <a:lstStyle/>
          <a:p>
            <a:r>
              <a:rPr lang="en-IN"/>
              <a:t>UNIFIED MENTOR</a:t>
            </a:r>
          </a:p>
        </p:txBody>
      </p:sp>
      <p:sp>
        <p:nvSpPr>
          <p:cNvPr id="7" name="Slide Number Placeholder 6"/>
          <p:cNvSpPr>
            <a:spLocks noGrp="1"/>
          </p:cNvSpPr>
          <p:nvPr>
            <p:ph type="sldNum" sz="quarter" idx="12"/>
          </p:nvPr>
        </p:nvSpPr>
        <p:spPr/>
        <p:txBody>
          <a:bodyPr/>
          <a:lstStyle/>
          <a:p>
            <a:fld id="{00F6528D-E7C2-4CAB-95DE-ECDF797428C4}" type="slidenum">
              <a:rPr lang="en-IN" smtClean="0"/>
              <a:t>‹#›</a:t>
            </a:fld>
            <a:endParaRPr lang="en-IN"/>
          </a:p>
        </p:txBody>
      </p:sp>
    </p:spTree>
    <p:extLst>
      <p:ext uri="{BB962C8B-B14F-4D97-AF65-F5344CB8AC3E}">
        <p14:creationId xmlns:p14="http://schemas.microsoft.com/office/powerpoint/2010/main" val="17842411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2F64EFDB-E71F-48EC-BD28-E903CD25EF32}" type="datetime1">
              <a:rPr lang="en-IN" smtClean="0"/>
              <a:t>03-11-2025</a:t>
            </a:fld>
            <a:endParaRPr lang="en-IN"/>
          </a:p>
        </p:txBody>
      </p:sp>
      <p:sp>
        <p:nvSpPr>
          <p:cNvPr id="4" name="Footer Placeholder 3"/>
          <p:cNvSpPr>
            <a:spLocks noGrp="1"/>
          </p:cNvSpPr>
          <p:nvPr>
            <p:ph type="ftr" sz="quarter" idx="11"/>
          </p:nvPr>
        </p:nvSpPr>
        <p:spPr/>
        <p:txBody>
          <a:bodyPr/>
          <a:lstStyle/>
          <a:p>
            <a:r>
              <a:rPr lang="en-IN"/>
              <a:t>UNIFIED MENTOR</a:t>
            </a:r>
          </a:p>
        </p:txBody>
      </p:sp>
      <p:sp>
        <p:nvSpPr>
          <p:cNvPr id="5" name="Slide Number Placeholder 4"/>
          <p:cNvSpPr>
            <a:spLocks noGrp="1"/>
          </p:cNvSpPr>
          <p:nvPr>
            <p:ph type="sldNum" sz="quarter" idx="12"/>
          </p:nvPr>
        </p:nvSpPr>
        <p:spPr/>
        <p:txBody>
          <a:bodyPr/>
          <a:lstStyle/>
          <a:p>
            <a:fld id="{00F6528D-E7C2-4CAB-95DE-ECDF797428C4}" type="slidenum">
              <a:rPr lang="en-IN" smtClean="0"/>
              <a:t>‹#›</a:t>
            </a:fld>
            <a:endParaRPr lang="en-IN"/>
          </a:p>
        </p:txBody>
      </p:sp>
    </p:spTree>
    <p:extLst>
      <p:ext uri="{BB962C8B-B14F-4D97-AF65-F5344CB8AC3E}">
        <p14:creationId xmlns:p14="http://schemas.microsoft.com/office/powerpoint/2010/main" val="150417859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6666F295-4C3A-42C3-9F29-4A897B9B1194}" type="datetime1">
              <a:rPr lang="en-IN" smtClean="0"/>
              <a:t>03-11-2025</a:t>
            </a:fld>
            <a:endParaRPr lang="en-IN"/>
          </a:p>
        </p:txBody>
      </p:sp>
      <p:sp>
        <p:nvSpPr>
          <p:cNvPr id="4" name="Footer Placeholder 3"/>
          <p:cNvSpPr>
            <a:spLocks noGrp="1"/>
          </p:cNvSpPr>
          <p:nvPr>
            <p:ph type="ftr" sz="quarter" idx="11"/>
          </p:nvPr>
        </p:nvSpPr>
        <p:spPr/>
        <p:txBody>
          <a:bodyPr/>
          <a:lstStyle/>
          <a:p>
            <a:r>
              <a:rPr lang="en-IN"/>
              <a:t>UNIFIED MENTOR</a:t>
            </a:r>
          </a:p>
        </p:txBody>
      </p:sp>
      <p:sp>
        <p:nvSpPr>
          <p:cNvPr id="5" name="Slide Number Placeholder 4"/>
          <p:cNvSpPr>
            <a:spLocks noGrp="1"/>
          </p:cNvSpPr>
          <p:nvPr>
            <p:ph type="sldNum" sz="quarter" idx="12"/>
          </p:nvPr>
        </p:nvSpPr>
        <p:spPr/>
        <p:txBody>
          <a:bodyPr/>
          <a:lstStyle/>
          <a:p>
            <a:fld id="{00F6528D-E7C2-4CAB-95DE-ECDF797428C4}" type="slidenum">
              <a:rPr lang="en-IN" smtClean="0"/>
              <a:t>‹#›</a:t>
            </a:fld>
            <a:endParaRPr lang="en-IN"/>
          </a:p>
        </p:txBody>
      </p:sp>
    </p:spTree>
    <p:extLst>
      <p:ext uri="{BB962C8B-B14F-4D97-AF65-F5344CB8AC3E}">
        <p14:creationId xmlns:p14="http://schemas.microsoft.com/office/powerpoint/2010/main" val="213112852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EC1AF4D-BA0B-4C52-9392-CDA001DFF5E8}" type="datetime1">
              <a:rPr lang="en-IN" smtClean="0"/>
              <a:t>03-11-2025</a:t>
            </a:fld>
            <a:endParaRPr lang="en-IN"/>
          </a:p>
        </p:txBody>
      </p:sp>
      <p:sp>
        <p:nvSpPr>
          <p:cNvPr id="5" name="Footer Placeholder 4"/>
          <p:cNvSpPr>
            <a:spLocks noGrp="1"/>
          </p:cNvSpPr>
          <p:nvPr>
            <p:ph type="ftr" sz="quarter" idx="11"/>
          </p:nvPr>
        </p:nvSpPr>
        <p:spPr/>
        <p:txBody>
          <a:bodyPr/>
          <a:lstStyle/>
          <a:p>
            <a:r>
              <a:rPr lang="en-IN"/>
              <a:t>UNIFIED MENTOR</a:t>
            </a:r>
          </a:p>
        </p:txBody>
      </p:sp>
      <p:sp>
        <p:nvSpPr>
          <p:cNvPr id="6" name="Slide Number Placeholder 5"/>
          <p:cNvSpPr>
            <a:spLocks noGrp="1"/>
          </p:cNvSpPr>
          <p:nvPr>
            <p:ph type="sldNum" sz="quarter" idx="12"/>
          </p:nvPr>
        </p:nvSpPr>
        <p:spPr/>
        <p:txBody>
          <a:bodyPr/>
          <a:lstStyle/>
          <a:p>
            <a:fld id="{00F6528D-E7C2-4CAB-95DE-ECDF797428C4}" type="slidenum">
              <a:rPr lang="en-IN" smtClean="0"/>
              <a:t>‹#›</a:t>
            </a:fld>
            <a:endParaRPr lang="en-IN"/>
          </a:p>
        </p:txBody>
      </p:sp>
    </p:spTree>
    <p:extLst>
      <p:ext uri="{BB962C8B-B14F-4D97-AF65-F5344CB8AC3E}">
        <p14:creationId xmlns:p14="http://schemas.microsoft.com/office/powerpoint/2010/main" val="217357537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870599F-F6D7-4358-929F-7F2C0DAC18CC}" type="datetime1">
              <a:rPr lang="en-IN" smtClean="0"/>
              <a:t>03-11-2025</a:t>
            </a:fld>
            <a:endParaRPr lang="en-IN"/>
          </a:p>
        </p:txBody>
      </p:sp>
      <p:sp>
        <p:nvSpPr>
          <p:cNvPr id="5" name="Footer Placeholder 4"/>
          <p:cNvSpPr>
            <a:spLocks noGrp="1"/>
          </p:cNvSpPr>
          <p:nvPr>
            <p:ph type="ftr" sz="quarter" idx="11"/>
          </p:nvPr>
        </p:nvSpPr>
        <p:spPr/>
        <p:txBody>
          <a:bodyPr/>
          <a:lstStyle/>
          <a:p>
            <a:r>
              <a:rPr lang="en-IN"/>
              <a:t>UNIFIED MENTOR</a:t>
            </a:r>
          </a:p>
        </p:txBody>
      </p:sp>
      <p:sp>
        <p:nvSpPr>
          <p:cNvPr id="6" name="Slide Number Placeholder 5"/>
          <p:cNvSpPr>
            <a:spLocks noGrp="1"/>
          </p:cNvSpPr>
          <p:nvPr>
            <p:ph type="sldNum" sz="quarter" idx="12"/>
          </p:nvPr>
        </p:nvSpPr>
        <p:spPr/>
        <p:txBody>
          <a:bodyPr/>
          <a:lstStyle/>
          <a:p>
            <a:fld id="{00F6528D-E7C2-4CAB-95DE-ECDF797428C4}" type="slidenum">
              <a:rPr lang="en-IN" smtClean="0"/>
              <a:t>‹#›</a:t>
            </a:fld>
            <a:endParaRPr lang="en-IN"/>
          </a:p>
        </p:txBody>
      </p:sp>
    </p:spTree>
    <p:extLst>
      <p:ext uri="{BB962C8B-B14F-4D97-AF65-F5344CB8AC3E}">
        <p14:creationId xmlns:p14="http://schemas.microsoft.com/office/powerpoint/2010/main" val="11577360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IN"/>
              </a:p>
            </p:txBody>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IN"/>
              </a:p>
            </p:txBody>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IN"/>
              </a:p>
            </p:txBody>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IN"/>
              </a:p>
            </p:txBody>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2E739A53-0AAC-4B77-B01F-BC4F9FBB7B36}" type="datetime1">
              <a:rPr lang="en-IN" smtClean="0"/>
              <a:t>03-11-2025</a:t>
            </a:fld>
            <a:endParaRPr lang="en-IN"/>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r>
              <a:rPr lang="en-IN"/>
              <a:t>UNIFIED MENTOR</a:t>
            </a:r>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00F6528D-E7C2-4CAB-95DE-ECDF797428C4}" type="slidenum">
              <a:rPr lang="en-IN" smtClean="0"/>
              <a:t>‹#›</a:t>
            </a:fld>
            <a:endParaRPr lang="en-IN"/>
          </a:p>
        </p:txBody>
      </p:sp>
    </p:spTree>
    <p:extLst>
      <p:ext uri="{BB962C8B-B14F-4D97-AF65-F5344CB8AC3E}">
        <p14:creationId xmlns:p14="http://schemas.microsoft.com/office/powerpoint/2010/main" val="3711505786"/>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hf hdr="0" dt="0"/>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www.drugs.com/"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https://scikit-learn.org/stable/model_persistence.html#security-maintainability-limitations" TargetMode="External"/><Relationship Id="rId2" Type="http://schemas.openxmlformats.org/officeDocument/2006/relationships/hyperlink" Target="file:///C:\Users\kkhus\AppData\Local\Programs\Python\Python313\Lib\site-packages\sklearn\base.py:442" TargetMode="External"/><Relationship Id="rId1" Type="http://schemas.openxmlformats.org/officeDocument/2006/relationships/slideLayout" Target="../slideLayouts/slideLayout2.xml"/><Relationship Id="rId5" Type="http://schemas.openxmlformats.org/officeDocument/2006/relationships/hyperlink" Target="file:///C:\Users\kkhus\AppData\Local\Programs\Python\Python313\Lib\site-packages\lightgbm\basic.py:1238" TargetMode="External"/><Relationship Id="rId4" Type="http://schemas.openxmlformats.org/officeDocument/2006/relationships/hyperlink" Target="file:///C:\Users\kkhus\AppData\Local\Programs\Python\Python313\Lib\site-packages\sklearn\utils\validation.py:2749" TargetMode="External"/></Relationships>
</file>

<file path=ppt/slides/_rels/slide2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65CA40-5E65-849B-46D7-DC9E51EB5D4B}"/>
              </a:ext>
            </a:extLst>
          </p:cNvPr>
          <p:cNvSpPr>
            <a:spLocks noGrp="1"/>
          </p:cNvSpPr>
          <p:nvPr>
            <p:ph type="ctrTitle"/>
          </p:nvPr>
        </p:nvSpPr>
        <p:spPr/>
        <p:txBody>
          <a:bodyPr/>
          <a:lstStyle/>
          <a:p>
            <a:r>
              <a:rPr lang="en-IN" dirty="0"/>
              <a:t>DRUGS, SIDE EFFECTS AND MEDICAL CONDITIONS</a:t>
            </a:r>
          </a:p>
        </p:txBody>
      </p:sp>
      <p:sp>
        <p:nvSpPr>
          <p:cNvPr id="3" name="Subtitle 2">
            <a:extLst>
              <a:ext uri="{FF2B5EF4-FFF2-40B4-BE49-F238E27FC236}">
                <a16:creationId xmlns:a16="http://schemas.microsoft.com/office/drawing/2014/main" id="{2E209F9E-D46D-73CC-1430-EF86B8FC3F5E}"/>
              </a:ext>
            </a:extLst>
          </p:cNvPr>
          <p:cNvSpPr>
            <a:spLocks noGrp="1"/>
          </p:cNvSpPr>
          <p:nvPr>
            <p:ph type="subTitle" idx="1"/>
          </p:nvPr>
        </p:nvSpPr>
        <p:spPr/>
        <p:txBody>
          <a:bodyPr/>
          <a:lstStyle/>
          <a:p>
            <a:r>
              <a:rPr lang="en-IN" dirty="0"/>
              <a:t>By</a:t>
            </a:r>
          </a:p>
          <a:p>
            <a:r>
              <a:rPr lang="en-IN" dirty="0"/>
              <a:t>Madhumita </a:t>
            </a:r>
            <a:r>
              <a:rPr lang="en-IN" dirty="0" err="1"/>
              <a:t>patross</a:t>
            </a:r>
            <a:endParaRPr lang="en-IN" dirty="0"/>
          </a:p>
        </p:txBody>
      </p:sp>
    </p:spTree>
    <p:extLst>
      <p:ext uri="{BB962C8B-B14F-4D97-AF65-F5344CB8AC3E}">
        <p14:creationId xmlns:p14="http://schemas.microsoft.com/office/powerpoint/2010/main" val="23032881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F046CF-FCEB-D314-A54B-511730859F4B}"/>
              </a:ext>
            </a:extLst>
          </p:cNvPr>
          <p:cNvSpPr>
            <a:spLocks noGrp="1"/>
          </p:cNvSpPr>
          <p:nvPr>
            <p:ph type="title"/>
          </p:nvPr>
        </p:nvSpPr>
        <p:spPr/>
        <p:txBody>
          <a:bodyPr/>
          <a:lstStyle/>
          <a:p>
            <a:r>
              <a:rPr lang="en-IN" dirty="0"/>
              <a:t>STARTING NOTES</a:t>
            </a:r>
          </a:p>
        </p:txBody>
      </p:sp>
      <p:sp>
        <p:nvSpPr>
          <p:cNvPr id="3" name="Content Placeholder 2">
            <a:extLst>
              <a:ext uri="{FF2B5EF4-FFF2-40B4-BE49-F238E27FC236}">
                <a16:creationId xmlns:a16="http://schemas.microsoft.com/office/drawing/2014/main" id="{EA55492E-DE3D-041D-712B-7B2C19212602}"/>
              </a:ext>
            </a:extLst>
          </p:cNvPr>
          <p:cNvSpPr>
            <a:spLocks noGrp="1"/>
          </p:cNvSpPr>
          <p:nvPr>
            <p:ph idx="1"/>
          </p:nvPr>
        </p:nvSpPr>
        <p:spPr/>
        <p:txBody>
          <a:bodyPr/>
          <a:lstStyle/>
          <a:p>
            <a:r>
              <a:rPr lang="en-US" dirty="0"/>
              <a:t>Project Title - </a:t>
            </a:r>
            <a:r>
              <a:rPr lang="en-US" b="1" dirty="0"/>
              <a:t>Drugs, Side Effects and Medical Condition</a:t>
            </a:r>
          </a:p>
          <a:p>
            <a:r>
              <a:rPr lang="en-US" dirty="0"/>
              <a:t>Tools -  Python, ML, SQL, Excel</a:t>
            </a:r>
            <a:endParaRPr lang="en-IN" dirty="0"/>
          </a:p>
        </p:txBody>
      </p:sp>
      <p:sp>
        <p:nvSpPr>
          <p:cNvPr id="4" name="Footer Placeholder 3">
            <a:extLst>
              <a:ext uri="{FF2B5EF4-FFF2-40B4-BE49-F238E27FC236}">
                <a16:creationId xmlns:a16="http://schemas.microsoft.com/office/drawing/2014/main" id="{01804F76-D927-2D6A-1E4C-653947F7D5A7}"/>
              </a:ext>
            </a:extLst>
          </p:cNvPr>
          <p:cNvSpPr>
            <a:spLocks noGrp="1"/>
          </p:cNvSpPr>
          <p:nvPr>
            <p:ph type="ftr" sz="quarter" idx="11"/>
          </p:nvPr>
        </p:nvSpPr>
        <p:spPr/>
        <p:txBody>
          <a:bodyPr/>
          <a:lstStyle/>
          <a:p>
            <a:r>
              <a:rPr lang="en-IN"/>
              <a:t>UNIFIED MENTOR</a:t>
            </a:r>
          </a:p>
        </p:txBody>
      </p:sp>
      <p:sp>
        <p:nvSpPr>
          <p:cNvPr id="5" name="Slide Number Placeholder 4">
            <a:extLst>
              <a:ext uri="{FF2B5EF4-FFF2-40B4-BE49-F238E27FC236}">
                <a16:creationId xmlns:a16="http://schemas.microsoft.com/office/drawing/2014/main" id="{F656D989-C777-694D-B14A-93F3DCE3F4EA}"/>
              </a:ext>
            </a:extLst>
          </p:cNvPr>
          <p:cNvSpPr>
            <a:spLocks noGrp="1"/>
          </p:cNvSpPr>
          <p:nvPr>
            <p:ph type="sldNum" sz="quarter" idx="12"/>
          </p:nvPr>
        </p:nvSpPr>
        <p:spPr/>
        <p:txBody>
          <a:bodyPr/>
          <a:lstStyle/>
          <a:p>
            <a:fld id="{00F6528D-E7C2-4CAB-95DE-ECDF797428C4}" type="slidenum">
              <a:rPr lang="en-IN" smtClean="0"/>
              <a:t>2</a:t>
            </a:fld>
            <a:endParaRPr lang="en-IN"/>
          </a:p>
        </p:txBody>
      </p:sp>
    </p:spTree>
    <p:extLst>
      <p:ext uri="{BB962C8B-B14F-4D97-AF65-F5344CB8AC3E}">
        <p14:creationId xmlns:p14="http://schemas.microsoft.com/office/powerpoint/2010/main" val="30925864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DCC081-8D00-5E79-27BC-932A36EBD6E3}"/>
              </a:ext>
            </a:extLst>
          </p:cNvPr>
          <p:cNvSpPr>
            <a:spLocks noGrp="1"/>
          </p:cNvSpPr>
          <p:nvPr>
            <p:ph type="title"/>
          </p:nvPr>
        </p:nvSpPr>
        <p:spPr/>
        <p:txBody>
          <a:bodyPr/>
          <a:lstStyle/>
          <a:p>
            <a:r>
              <a:rPr lang="en-IN" dirty="0"/>
              <a:t>ABOUT DATA FOR THE PROJECT</a:t>
            </a:r>
          </a:p>
        </p:txBody>
      </p:sp>
      <p:sp>
        <p:nvSpPr>
          <p:cNvPr id="3" name="Content Placeholder 2">
            <a:extLst>
              <a:ext uri="{FF2B5EF4-FFF2-40B4-BE49-F238E27FC236}">
                <a16:creationId xmlns:a16="http://schemas.microsoft.com/office/drawing/2014/main" id="{78E7D077-09DC-555C-0DF5-8EF5C8C43791}"/>
              </a:ext>
            </a:extLst>
          </p:cNvPr>
          <p:cNvSpPr>
            <a:spLocks noGrp="1"/>
          </p:cNvSpPr>
          <p:nvPr>
            <p:ph idx="1"/>
          </p:nvPr>
        </p:nvSpPr>
        <p:spPr/>
        <p:txBody>
          <a:bodyPr>
            <a:normAutofit fontScale="92500" lnSpcReduction="10000"/>
          </a:bodyPr>
          <a:lstStyle/>
          <a:p>
            <a:r>
              <a:rPr lang="en-US" b="1" dirty="0"/>
              <a:t>Data contains details of various drugs (used for conditions like Acne, Cancer, Heart Disease, etc. ) and their side effects</a:t>
            </a:r>
          </a:p>
          <a:p>
            <a:r>
              <a:rPr lang="en-IN" b="1" dirty="0" err="1"/>
              <a:t>generic_name</a:t>
            </a:r>
            <a:r>
              <a:rPr lang="en-IN" b="1" dirty="0"/>
              <a:t>: </a:t>
            </a:r>
            <a:r>
              <a:rPr lang="en-US" b="1" dirty="0"/>
              <a:t>The chemical name of the drug (not brand name)</a:t>
            </a:r>
          </a:p>
          <a:p>
            <a:r>
              <a:rPr lang="en-IN" b="1" dirty="0" err="1"/>
              <a:t>drug_classes</a:t>
            </a:r>
            <a:r>
              <a:rPr lang="en-IN" b="1" dirty="0"/>
              <a:t>:</a:t>
            </a:r>
          </a:p>
          <a:p>
            <a:pPr lvl="1"/>
            <a:r>
              <a:rPr lang="en-US" b="1" dirty="0"/>
              <a:t>The drug belongs to which drug class, </a:t>
            </a:r>
            <a:r>
              <a:rPr lang="en-US" b="1" dirty="0" err="1"/>
              <a:t>i.e</a:t>
            </a:r>
            <a:r>
              <a:rPr lang="en-US" b="1" dirty="0"/>
              <a:t> a drug class is a set of medications</a:t>
            </a:r>
          </a:p>
          <a:p>
            <a:pPr lvl="1"/>
            <a:r>
              <a:rPr lang="en-US" b="1" dirty="0"/>
              <a:t>and other compounds that have a similar chemical structure, the same</a:t>
            </a:r>
          </a:p>
          <a:p>
            <a:pPr lvl="1"/>
            <a:r>
              <a:rPr lang="en-US" b="1" dirty="0"/>
              <a:t>mechanism of action (i.e. binding to the same biological target), a related mode</a:t>
            </a:r>
          </a:p>
          <a:p>
            <a:pPr lvl="1"/>
            <a:r>
              <a:rPr lang="en-US" b="1" dirty="0"/>
              <a:t>of action, and/or are used to treat the same disease.</a:t>
            </a:r>
          </a:p>
          <a:p>
            <a:endParaRPr lang="en-US" b="1" dirty="0"/>
          </a:p>
          <a:p>
            <a:endParaRPr lang="en-IN" dirty="0"/>
          </a:p>
        </p:txBody>
      </p:sp>
      <p:sp>
        <p:nvSpPr>
          <p:cNvPr id="4" name="Footer Placeholder 3">
            <a:extLst>
              <a:ext uri="{FF2B5EF4-FFF2-40B4-BE49-F238E27FC236}">
                <a16:creationId xmlns:a16="http://schemas.microsoft.com/office/drawing/2014/main" id="{E87DB11D-1BD4-1E20-C2EC-1FCDE381465B}"/>
              </a:ext>
            </a:extLst>
          </p:cNvPr>
          <p:cNvSpPr>
            <a:spLocks noGrp="1"/>
          </p:cNvSpPr>
          <p:nvPr>
            <p:ph type="ftr" sz="quarter" idx="11"/>
          </p:nvPr>
        </p:nvSpPr>
        <p:spPr/>
        <p:txBody>
          <a:bodyPr/>
          <a:lstStyle/>
          <a:p>
            <a:r>
              <a:rPr lang="en-IN"/>
              <a:t>UNIFIED MENTOR</a:t>
            </a:r>
          </a:p>
        </p:txBody>
      </p:sp>
      <p:sp>
        <p:nvSpPr>
          <p:cNvPr id="5" name="Slide Number Placeholder 4">
            <a:extLst>
              <a:ext uri="{FF2B5EF4-FFF2-40B4-BE49-F238E27FC236}">
                <a16:creationId xmlns:a16="http://schemas.microsoft.com/office/drawing/2014/main" id="{F17ED48C-2034-9B71-A079-5FDCCDA05967}"/>
              </a:ext>
            </a:extLst>
          </p:cNvPr>
          <p:cNvSpPr>
            <a:spLocks noGrp="1"/>
          </p:cNvSpPr>
          <p:nvPr>
            <p:ph type="sldNum" sz="quarter" idx="12"/>
          </p:nvPr>
        </p:nvSpPr>
        <p:spPr/>
        <p:txBody>
          <a:bodyPr/>
          <a:lstStyle/>
          <a:p>
            <a:fld id="{00F6528D-E7C2-4CAB-95DE-ECDF797428C4}" type="slidenum">
              <a:rPr lang="en-IN" smtClean="0"/>
              <a:t>3</a:t>
            </a:fld>
            <a:endParaRPr lang="en-IN"/>
          </a:p>
        </p:txBody>
      </p:sp>
    </p:spTree>
    <p:extLst>
      <p:ext uri="{BB962C8B-B14F-4D97-AF65-F5344CB8AC3E}">
        <p14:creationId xmlns:p14="http://schemas.microsoft.com/office/powerpoint/2010/main" val="22310423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C8C598-CBB3-E52F-ED2D-414B61DBC70C}"/>
              </a:ext>
            </a:extLst>
          </p:cNvPr>
          <p:cNvSpPr>
            <a:spLocks noGrp="1"/>
          </p:cNvSpPr>
          <p:nvPr>
            <p:ph type="title"/>
          </p:nvPr>
        </p:nvSpPr>
        <p:spPr/>
        <p:txBody>
          <a:bodyPr/>
          <a:lstStyle/>
          <a:p>
            <a:r>
              <a:rPr lang="en-IN" dirty="0"/>
              <a:t>ABOUT DATA FOR THE PROJECT</a:t>
            </a:r>
          </a:p>
        </p:txBody>
      </p:sp>
      <p:sp>
        <p:nvSpPr>
          <p:cNvPr id="3" name="Content Placeholder 2">
            <a:extLst>
              <a:ext uri="{FF2B5EF4-FFF2-40B4-BE49-F238E27FC236}">
                <a16:creationId xmlns:a16="http://schemas.microsoft.com/office/drawing/2014/main" id="{111823CE-626F-19C6-7EE8-178F8D36E5E1}"/>
              </a:ext>
            </a:extLst>
          </p:cNvPr>
          <p:cNvSpPr>
            <a:spLocks noGrp="1"/>
          </p:cNvSpPr>
          <p:nvPr>
            <p:ph idx="1"/>
          </p:nvPr>
        </p:nvSpPr>
        <p:spPr/>
        <p:txBody>
          <a:bodyPr>
            <a:normAutofit fontScale="85000" lnSpcReduction="10000"/>
          </a:bodyPr>
          <a:lstStyle/>
          <a:p>
            <a:r>
              <a:rPr lang="en-IN" b="1" dirty="0" err="1"/>
              <a:t>brand_names</a:t>
            </a:r>
            <a:r>
              <a:rPr lang="en-IN" b="1" dirty="0"/>
              <a:t>: </a:t>
            </a:r>
            <a:r>
              <a:rPr lang="en-US" b="1" dirty="0"/>
              <a:t>brand names in which the drugs are being sold or available in the market.</a:t>
            </a:r>
          </a:p>
          <a:p>
            <a:r>
              <a:rPr lang="en-IN" b="1" dirty="0"/>
              <a:t>activity:</a:t>
            </a:r>
          </a:p>
          <a:p>
            <a:r>
              <a:rPr lang="en-US" b="1" dirty="0"/>
              <a:t>Activity is based on recent site visitor activity relative to other medications in the list. </a:t>
            </a:r>
          </a:p>
          <a:p>
            <a:r>
              <a:rPr lang="en-US" b="1" dirty="0"/>
              <a:t>Data was gathered from </a:t>
            </a:r>
            <a:r>
              <a:rPr lang="en-US" b="1" dirty="0">
                <a:hlinkClick r:id="rId2"/>
              </a:rPr>
              <a:t>https://www.drugs.com</a:t>
            </a:r>
            <a:endParaRPr lang="en-US" b="1" dirty="0"/>
          </a:p>
          <a:p>
            <a:r>
              <a:rPr lang="en-IN" b="1" dirty="0" err="1"/>
              <a:t>rx_otc</a:t>
            </a:r>
            <a:r>
              <a:rPr lang="en-IN" b="1" dirty="0"/>
              <a:t>:</a:t>
            </a:r>
          </a:p>
          <a:p>
            <a:r>
              <a:rPr lang="en-US" b="1" dirty="0"/>
              <a:t>Rx-to-OTC switch is the transfer of proven prescription drugs to</a:t>
            </a:r>
          </a:p>
          <a:p>
            <a:r>
              <a:rPr lang="en-IN" b="1" dirty="0"/>
              <a:t>nonprescription</a:t>
            </a:r>
            <a:endParaRPr lang="en-IN" dirty="0"/>
          </a:p>
        </p:txBody>
      </p:sp>
      <p:sp>
        <p:nvSpPr>
          <p:cNvPr id="4" name="Footer Placeholder 3">
            <a:extLst>
              <a:ext uri="{FF2B5EF4-FFF2-40B4-BE49-F238E27FC236}">
                <a16:creationId xmlns:a16="http://schemas.microsoft.com/office/drawing/2014/main" id="{DC16FC79-520F-41E8-B52A-029B55C14B22}"/>
              </a:ext>
            </a:extLst>
          </p:cNvPr>
          <p:cNvSpPr>
            <a:spLocks noGrp="1"/>
          </p:cNvSpPr>
          <p:nvPr>
            <p:ph type="ftr" sz="quarter" idx="11"/>
          </p:nvPr>
        </p:nvSpPr>
        <p:spPr/>
        <p:txBody>
          <a:bodyPr/>
          <a:lstStyle/>
          <a:p>
            <a:r>
              <a:rPr lang="en-IN"/>
              <a:t>UNIFIED MENTOR</a:t>
            </a:r>
          </a:p>
        </p:txBody>
      </p:sp>
      <p:sp>
        <p:nvSpPr>
          <p:cNvPr id="5" name="Slide Number Placeholder 4">
            <a:extLst>
              <a:ext uri="{FF2B5EF4-FFF2-40B4-BE49-F238E27FC236}">
                <a16:creationId xmlns:a16="http://schemas.microsoft.com/office/drawing/2014/main" id="{0F819C1F-D1F4-6B1B-D122-C73363BF8AF7}"/>
              </a:ext>
            </a:extLst>
          </p:cNvPr>
          <p:cNvSpPr>
            <a:spLocks noGrp="1"/>
          </p:cNvSpPr>
          <p:nvPr>
            <p:ph type="sldNum" sz="quarter" idx="12"/>
          </p:nvPr>
        </p:nvSpPr>
        <p:spPr/>
        <p:txBody>
          <a:bodyPr/>
          <a:lstStyle/>
          <a:p>
            <a:fld id="{00F6528D-E7C2-4CAB-95DE-ECDF797428C4}" type="slidenum">
              <a:rPr lang="en-IN" smtClean="0"/>
              <a:t>4</a:t>
            </a:fld>
            <a:endParaRPr lang="en-IN"/>
          </a:p>
        </p:txBody>
      </p:sp>
    </p:spTree>
    <p:extLst>
      <p:ext uri="{BB962C8B-B14F-4D97-AF65-F5344CB8AC3E}">
        <p14:creationId xmlns:p14="http://schemas.microsoft.com/office/powerpoint/2010/main" val="4398853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6CAC92-84EB-38CD-D173-254EF18689DF}"/>
              </a:ext>
            </a:extLst>
          </p:cNvPr>
          <p:cNvSpPr>
            <a:spLocks noGrp="1"/>
          </p:cNvSpPr>
          <p:nvPr>
            <p:ph type="title"/>
          </p:nvPr>
        </p:nvSpPr>
        <p:spPr/>
        <p:txBody>
          <a:bodyPr/>
          <a:lstStyle/>
          <a:p>
            <a:r>
              <a:rPr lang="en-IN" dirty="0"/>
              <a:t>ABOUT DATA FOR THE PROJECT</a:t>
            </a:r>
          </a:p>
        </p:txBody>
      </p:sp>
      <p:sp>
        <p:nvSpPr>
          <p:cNvPr id="3" name="Content Placeholder 2">
            <a:extLst>
              <a:ext uri="{FF2B5EF4-FFF2-40B4-BE49-F238E27FC236}">
                <a16:creationId xmlns:a16="http://schemas.microsoft.com/office/drawing/2014/main" id="{3F3DD68C-0470-A5BE-DEA1-4B912EE0CBE4}"/>
              </a:ext>
            </a:extLst>
          </p:cNvPr>
          <p:cNvSpPr>
            <a:spLocks noGrp="1"/>
          </p:cNvSpPr>
          <p:nvPr>
            <p:ph idx="1"/>
          </p:nvPr>
        </p:nvSpPr>
        <p:spPr/>
        <p:txBody>
          <a:bodyPr/>
          <a:lstStyle/>
          <a:p>
            <a:r>
              <a:rPr lang="en-US" b="1" dirty="0"/>
              <a:t>OTC (Over-the-counter) = Medication that can be purchased without a medical </a:t>
            </a:r>
            <a:r>
              <a:rPr lang="en-IN" b="1" dirty="0"/>
              <a:t>prescription</a:t>
            </a:r>
          </a:p>
          <a:p>
            <a:r>
              <a:rPr lang="en-IN" b="1" dirty="0"/>
              <a:t>Rx = Prescription Needed</a:t>
            </a:r>
          </a:p>
          <a:p>
            <a:r>
              <a:rPr lang="en-US" b="1" dirty="0"/>
              <a:t>Rx/OTC = Prescription or Over-the-counter</a:t>
            </a:r>
          </a:p>
          <a:p>
            <a:endParaRPr lang="en-IN" dirty="0"/>
          </a:p>
        </p:txBody>
      </p:sp>
      <p:sp>
        <p:nvSpPr>
          <p:cNvPr id="4" name="Footer Placeholder 3">
            <a:extLst>
              <a:ext uri="{FF2B5EF4-FFF2-40B4-BE49-F238E27FC236}">
                <a16:creationId xmlns:a16="http://schemas.microsoft.com/office/drawing/2014/main" id="{308DB414-2041-3F4B-71A8-C4084CB50837}"/>
              </a:ext>
            </a:extLst>
          </p:cNvPr>
          <p:cNvSpPr>
            <a:spLocks noGrp="1"/>
          </p:cNvSpPr>
          <p:nvPr>
            <p:ph type="ftr" sz="quarter" idx="11"/>
          </p:nvPr>
        </p:nvSpPr>
        <p:spPr/>
        <p:txBody>
          <a:bodyPr/>
          <a:lstStyle/>
          <a:p>
            <a:r>
              <a:rPr lang="en-IN"/>
              <a:t>UNIFIED MENTOR</a:t>
            </a:r>
          </a:p>
        </p:txBody>
      </p:sp>
      <p:sp>
        <p:nvSpPr>
          <p:cNvPr id="5" name="Slide Number Placeholder 4">
            <a:extLst>
              <a:ext uri="{FF2B5EF4-FFF2-40B4-BE49-F238E27FC236}">
                <a16:creationId xmlns:a16="http://schemas.microsoft.com/office/drawing/2014/main" id="{0816C4F1-84B3-B4E3-7786-B72CE7895151}"/>
              </a:ext>
            </a:extLst>
          </p:cNvPr>
          <p:cNvSpPr>
            <a:spLocks noGrp="1"/>
          </p:cNvSpPr>
          <p:nvPr>
            <p:ph type="sldNum" sz="quarter" idx="12"/>
          </p:nvPr>
        </p:nvSpPr>
        <p:spPr/>
        <p:txBody>
          <a:bodyPr/>
          <a:lstStyle/>
          <a:p>
            <a:fld id="{00F6528D-E7C2-4CAB-95DE-ECDF797428C4}" type="slidenum">
              <a:rPr lang="en-IN" smtClean="0"/>
              <a:t>5</a:t>
            </a:fld>
            <a:endParaRPr lang="en-IN"/>
          </a:p>
        </p:txBody>
      </p:sp>
    </p:spTree>
    <p:extLst>
      <p:ext uri="{BB962C8B-B14F-4D97-AF65-F5344CB8AC3E}">
        <p14:creationId xmlns:p14="http://schemas.microsoft.com/office/powerpoint/2010/main" val="777974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D5EB59-EEE2-672C-7526-DE75237C41BD}"/>
              </a:ext>
            </a:extLst>
          </p:cNvPr>
          <p:cNvSpPr>
            <a:spLocks noGrp="1"/>
          </p:cNvSpPr>
          <p:nvPr>
            <p:ph type="title"/>
          </p:nvPr>
        </p:nvSpPr>
        <p:spPr/>
        <p:txBody>
          <a:bodyPr/>
          <a:lstStyle/>
          <a:p>
            <a:r>
              <a:rPr lang="en-IN" dirty="0"/>
              <a:t>ABOUT DATA FOR THE PROJECT</a:t>
            </a:r>
          </a:p>
        </p:txBody>
      </p:sp>
      <p:sp>
        <p:nvSpPr>
          <p:cNvPr id="3" name="Content Placeholder 2">
            <a:extLst>
              <a:ext uri="{FF2B5EF4-FFF2-40B4-BE49-F238E27FC236}">
                <a16:creationId xmlns:a16="http://schemas.microsoft.com/office/drawing/2014/main" id="{C5150315-FC7D-4C4A-1C71-F2F1B67C95AF}"/>
              </a:ext>
            </a:extLst>
          </p:cNvPr>
          <p:cNvSpPr>
            <a:spLocks noGrp="1"/>
          </p:cNvSpPr>
          <p:nvPr>
            <p:ph idx="1"/>
          </p:nvPr>
        </p:nvSpPr>
        <p:spPr/>
        <p:txBody>
          <a:bodyPr>
            <a:normAutofit lnSpcReduction="10000"/>
          </a:bodyPr>
          <a:lstStyle/>
          <a:p>
            <a:r>
              <a:rPr lang="en-IN" b="1" dirty="0" err="1"/>
              <a:t>pregnancy_category</a:t>
            </a:r>
            <a:r>
              <a:rPr lang="en-IN" b="1" dirty="0"/>
              <a:t>: </a:t>
            </a:r>
          </a:p>
          <a:p>
            <a:pPr lvl="1"/>
            <a:r>
              <a:rPr lang="en-US" b="1" dirty="0"/>
              <a:t>A = Adequate and well-controlled studies have failed to demonstrate a risk to the fetus in the first trimester of pregnancy (and there is no evidence of risk in later </a:t>
            </a:r>
            <a:r>
              <a:rPr lang="en-IN" b="1" dirty="0"/>
              <a:t>trimesters).</a:t>
            </a:r>
          </a:p>
          <a:p>
            <a:pPr lvl="1"/>
            <a:r>
              <a:rPr lang="en-US" b="1" dirty="0"/>
              <a:t>B = Animal reproduction studies have failed to demonstrate a risk to the fetus and there are no adequate and well-controlled studies in pregnant women.</a:t>
            </a:r>
          </a:p>
          <a:p>
            <a:pPr lvl="1"/>
            <a:r>
              <a:rPr lang="en-US" b="1" dirty="0"/>
              <a:t>C = Animal reproduction studies have shown an adverse effect on the fetus and</a:t>
            </a:r>
          </a:p>
          <a:p>
            <a:pPr lvl="1"/>
            <a:r>
              <a:rPr lang="en-US" b="1" dirty="0"/>
              <a:t>there are no adequate and well-controlled studies in humans, but potential</a:t>
            </a:r>
          </a:p>
          <a:p>
            <a:pPr lvl="1"/>
            <a:r>
              <a:rPr lang="en-US" b="1" dirty="0"/>
              <a:t>benefits may warrant use in pregnant women despite potential risks</a:t>
            </a:r>
            <a:endParaRPr lang="en-IN" b="1" dirty="0"/>
          </a:p>
          <a:p>
            <a:pPr lvl="1"/>
            <a:endParaRPr lang="en-IN" dirty="0"/>
          </a:p>
        </p:txBody>
      </p:sp>
      <p:sp>
        <p:nvSpPr>
          <p:cNvPr id="4" name="Footer Placeholder 3">
            <a:extLst>
              <a:ext uri="{FF2B5EF4-FFF2-40B4-BE49-F238E27FC236}">
                <a16:creationId xmlns:a16="http://schemas.microsoft.com/office/drawing/2014/main" id="{5DE4EAB4-C139-11B9-EB02-DD65DF04FBFA}"/>
              </a:ext>
            </a:extLst>
          </p:cNvPr>
          <p:cNvSpPr>
            <a:spLocks noGrp="1"/>
          </p:cNvSpPr>
          <p:nvPr>
            <p:ph type="ftr" sz="quarter" idx="11"/>
          </p:nvPr>
        </p:nvSpPr>
        <p:spPr/>
        <p:txBody>
          <a:bodyPr/>
          <a:lstStyle/>
          <a:p>
            <a:r>
              <a:rPr lang="en-IN"/>
              <a:t>UNIFIED MENTOR</a:t>
            </a:r>
          </a:p>
        </p:txBody>
      </p:sp>
      <p:sp>
        <p:nvSpPr>
          <p:cNvPr id="5" name="Slide Number Placeholder 4">
            <a:extLst>
              <a:ext uri="{FF2B5EF4-FFF2-40B4-BE49-F238E27FC236}">
                <a16:creationId xmlns:a16="http://schemas.microsoft.com/office/drawing/2014/main" id="{F23BAC34-087C-54FF-538F-B8772AE15195}"/>
              </a:ext>
            </a:extLst>
          </p:cNvPr>
          <p:cNvSpPr>
            <a:spLocks noGrp="1"/>
          </p:cNvSpPr>
          <p:nvPr>
            <p:ph type="sldNum" sz="quarter" idx="12"/>
          </p:nvPr>
        </p:nvSpPr>
        <p:spPr/>
        <p:txBody>
          <a:bodyPr/>
          <a:lstStyle/>
          <a:p>
            <a:fld id="{00F6528D-E7C2-4CAB-95DE-ECDF797428C4}" type="slidenum">
              <a:rPr lang="en-IN" smtClean="0"/>
              <a:t>6</a:t>
            </a:fld>
            <a:endParaRPr lang="en-IN"/>
          </a:p>
        </p:txBody>
      </p:sp>
    </p:spTree>
    <p:extLst>
      <p:ext uri="{BB962C8B-B14F-4D97-AF65-F5344CB8AC3E}">
        <p14:creationId xmlns:p14="http://schemas.microsoft.com/office/powerpoint/2010/main" val="41015034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F0D483-5CBC-DDF3-603B-5C7E03425BE0}"/>
              </a:ext>
            </a:extLst>
          </p:cNvPr>
          <p:cNvSpPr>
            <a:spLocks noGrp="1"/>
          </p:cNvSpPr>
          <p:nvPr>
            <p:ph type="title"/>
          </p:nvPr>
        </p:nvSpPr>
        <p:spPr/>
        <p:txBody>
          <a:bodyPr/>
          <a:lstStyle/>
          <a:p>
            <a:r>
              <a:rPr lang="en-IN" dirty="0"/>
              <a:t>PREGNANCY_CATEGORY</a:t>
            </a:r>
          </a:p>
        </p:txBody>
      </p:sp>
      <p:sp>
        <p:nvSpPr>
          <p:cNvPr id="3" name="Content Placeholder 2">
            <a:extLst>
              <a:ext uri="{FF2B5EF4-FFF2-40B4-BE49-F238E27FC236}">
                <a16:creationId xmlns:a16="http://schemas.microsoft.com/office/drawing/2014/main" id="{91B5202A-1A5F-87CD-96EB-C3558996A4DF}"/>
              </a:ext>
            </a:extLst>
          </p:cNvPr>
          <p:cNvSpPr>
            <a:spLocks noGrp="1"/>
          </p:cNvSpPr>
          <p:nvPr>
            <p:ph idx="1"/>
          </p:nvPr>
        </p:nvSpPr>
        <p:spPr/>
        <p:txBody>
          <a:bodyPr>
            <a:normAutofit fontScale="92500"/>
          </a:bodyPr>
          <a:lstStyle/>
          <a:p>
            <a:r>
              <a:rPr lang="en-US" b="1" dirty="0"/>
              <a:t>D = There is positive evidence of human fetal risk based on adverse reaction data from investigational or marketing experience or studies in humans, but potential benefits may warrant use in pregnant women despite potential risks</a:t>
            </a:r>
          </a:p>
          <a:p>
            <a:r>
              <a:rPr lang="en-US" b="1" dirty="0"/>
              <a:t>X = Studies in animals or humans have demonstrated fetal abnormalities and/or</a:t>
            </a:r>
          </a:p>
          <a:p>
            <a:r>
              <a:rPr lang="en-US" b="1" dirty="0"/>
              <a:t>there is positive evidence of human fetal risk based on adverse reaction data</a:t>
            </a:r>
          </a:p>
          <a:p>
            <a:r>
              <a:rPr lang="en-US" b="1" dirty="0"/>
              <a:t>from investigational or marketing experience, and the risks involved in use in</a:t>
            </a:r>
          </a:p>
          <a:p>
            <a:r>
              <a:rPr lang="en-US" b="1" dirty="0"/>
              <a:t>pregnant women clearly outweigh potential benefits</a:t>
            </a:r>
            <a:endParaRPr lang="en-IN" dirty="0"/>
          </a:p>
        </p:txBody>
      </p:sp>
      <p:sp>
        <p:nvSpPr>
          <p:cNvPr id="4" name="Footer Placeholder 3">
            <a:extLst>
              <a:ext uri="{FF2B5EF4-FFF2-40B4-BE49-F238E27FC236}">
                <a16:creationId xmlns:a16="http://schemas.microsoft.com/office/drawing/2014/main" id="{F2258873-0CE3-27C3-F9F3-43E66417A541}"/>
              </a:ext>
            </a:extLst>
          </p:cNvPr>
          <p:cNvSpPr>
            <a:spLocks noGrp="1"/>
          </p:cNvSpPr>
          <p:nvPr>
            <p:ph type="ftr" sz="quarter" idx="11"/>
          </p:nvPr>
        </p:nvSpPr>
        <p:spPr/>
        <p:txBody>
          <a:bodyPr/>
          <a:lstStyle/>
          <a:p>
            <a:r>
              <a:rPr lang="en-IN"/>
              <a:t>UNIFIED MENTOR</a:t>
            </a:r>
          </a:p>
        </p:txBody>
      </p:sp>
      <p:sp>
        <p:nvSpPr>
          <p:cNvPr id="5" name="Slide Number Placeholder 4">
            <a:extLst>
              <a:ext uri="{FF2B5EF4-FFF2-40B4-BE49-F238E27FC236}">
                <a16:creationId xmlns:a16="http://schemas.microsoft.com/office/drawing/2014/main" id="{F968D241-1705-A21A-E717-41109FEC2ABC}"/>
              </a:ext>
            </a:extLst>
          </p:cNvPr>
          <p:cNvSpPr>
            <a:spLocks noGrp="1"/>
          </p:cNvSpPr>
          <p:nvPr>
            <p:ph type="sldNum" sz="quarter" idx="12"/>
          </p:nvPr>
        </p:nvSpPr>
        <p:spPr/>
        <p:txBody>
          <a:bodyPr/>
          <a:lstStyle/>
          <a:p>
            <a:fld id="{00F6528D-E7C2-4CAB-95DE-ECDF797428C4}" type="slidenum">
              <a:rPr lang="en-IN" smtClean="0"/>
              <a:t>7</a:t>
            </a:fld>
            <a:endParaRPr lang="en-IN"/>
          </a:p>
        </p:txBody>
      </p:sp>
    </p:spTree>
    <p:extLst>
      <p:ext uri="{BB962C8B-B14F-4D97-AF65-F5344CB8AC3E}">
        <p14:creationId xmlns:p14="http://schemas.microsoft.com/office/powerpoint/2010/main" val="17497436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5F17EF-6BAE-C6EE-241D-986E1B058979}"/>
              </a:ext>
            </a:extLst>
          </p:cNvPr>
          <p:cNvSpPr>
            <a:spLocks noGrp="1"/>
          </p:cNvSpPr>
          <p:nvPr>
            <p:ph type="title"/>
          </p:nvPr>
        </p:nvSpPr>
        <p:spPr/>
        <p:txBody>
          <a:bodyPr/>
          <a:lstStyle/>
          <a:p>
            <a:r>
              <a:rPr lang="en-IN" dirty="0"/>
              <a:t>PREGNANCY_CATEGORY</a:t>
            </a:r>
          </a:p>
        </p:txBody>
      </p:sp>
      <p:sp>
        <p:nvSpPr>
          <p:cNvPr id="3" name="Content Placeholder 2">
            <a:extLst>
              <a:ext uri="{FF2B5EF4-FFF2-40B4-BE49-F238E27FC236}">
                <a16:creationId xmlns:a16="http://schemas.microsoft.com/office/drawing/2014/main" id="{152C60CD-760C-54DB-8827-4347460494A9}"/>
              </a:ext>
            </a:extLst>
          </p:cNvPr>
          <p:cNvSpPr>
            <a:spLocks noGrp="1"/>
          </p:cNvSpPr>
          <p:nvPr>
            <p:ph idx="1"/>
          </p:nvPr>
        </p:nvSpPr>
        <p:spPr/>
        <p:txBody>
          <a:bodyPr/>
          <a:lstStyle/>
          <a:p>
            <a:r>
              <a:rPr lang="en-US" b="1" dirty="0"/>
              <a:t>N = FDA has not classified the drug</a:t>
            </a:r>
          </a:p>
          <a:p>
            <a:r>
              <a:rPr lang="en-IN" b="1" dirty="0" err="1"/>
              <a:t>csa</a:t>
            </a:r>
            <a:r>
              <a:rPr lang="en-IN" b="1" dirty="0"/>
              <a:t>: </a:t>
            </a:r>
            <a:r>
              <a:rPr lang="en-US" b="1" dirty="0"/>
              <a:t>Controlled Substances Act (CSA) Schedule</a:t>
            </a:r>
          </a:p>
          <a:p>
            <a:r>
              <a:rPr lang="en-US" b="1" dirty="0"/>
              <a:t>M = The drug has multiple schedules. The schedule may depend on the exact dosage form or strength of the medication</a:t>
            </a:r>
          </a:p>
          <a:p>
            <a:r>
              <a:rPr lang="en-US" b="1" dirty="0"/>
              <a:t>U = CSA Schedule is unknown</a:t>
            </a:r>
          </a:p>
          <a:p>
            <a:r>
              <a:rPr lang="en-US" b="1" dirty="0"/>
              <a:t>N = Is not subject to the Controlled Substances Act</a:t>
            </a:r>
            <a:endParaRPr lang="en-IN" dirty="0"/>
          </a:p>
        </p:txBody>
      </p:sp>
      <p:sp>
        <p:nvSpPr>
          <p:cNvPr id="4" name="Footer Placeholder 3">
            <a:extLst>
              <a:ext uri="{FF2B5EF4-FFF2-40B4-BE49-F238E27FC236}">
                <a16:creationId xmlns:a16="http://schemas.microsoft.com/office/drawing/2014/main" id="{442114C2-4B66-42D0-D413-B7989961BF9D}"/>
              </a:ext>
            </a:extLst>
          </p:cNvPr>
          <p:cNvSpPr>
            <a:spLocks noGrp="1"/>
          </p:cNvSpPr>
          <p:nvPr>
            <p:ph type="ftr" sz="quarter" idx="11"/>
          </p:nvPr>
        </p:nvSpPr>
        <p:spPr/>
        <p:txBody>
          <a:bodyPr/>
          <a:lstStyle/>
          <a:p>
            <a:r>
              <a:rPr lang="en-IN"/>
              <a:t>UNIFIED MENTOR</a:t>
            </a:r>
          </a:p>
        </p:txBody>
      </p:sp>
      <p:sp>
        <p:nvSpPr>
          <p:cNvPr id="5" name="Slide Number Placeholder 4">
            <a:extLst>
              <a:ext uri="{FF2B5EF4-FFF2-40B4-BE49-F238E27FC236}">
                <a16:creationId xmlns:a16="http://schemas.microsoft.com/office/drawing/2014/main" id="{4DD47FA5-8744-40AF-9875-AEB844BA57A6}"/>
              </a:ext>
            </a:extLst>
          </p:cNvPr>
          <p:cNvSpPr>
            <a:spLocks noGrp="1"/>
          </p:cNvSpPr>
          <p:nvPr>
            <p:ph type="sldNum" sz="quarter" idx="12"/>
          </p:nvPr>
        </p:nvSpPr>
        <p:spPr/>
        <p:txBody>
          <a:bodyPr/>
          <a:lstStyle/>
          <a:p>
            <a:fld id="{00F6528D-E7C2-4CAB-95DE-ECDF797428C4}" type="slidenum">
              <a:rPr lang="en-IN" smtClean="0"/>
              <a:t>8</a:t>
            </a:fld>
            <a:endParaRPr lang="en-IN"/>
          </a:p>
        </p:txBody>
      </p:sp>
    </p:spTree>
    <p:extLst>
      <p:ext uri="{BB962C8B-B14F-4D97-AF65-F5344CB8AC3E}">
        <p14:creationId xmlns:p14="http://schemas.microsoft.com/office/powerpoint/2010/main" val="16798996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B396A1-2354-3A12-9FE8-E08647EFAA6E}"/>
              </a:ext>
            </a:extLst>
          </p:cNvPr>
          <p:cNvSpPr>
            <a:spLocks noGrp="1"/>
          </p:cNvSpPr>
          <p:nvPr>
            <p:ph type="title"/>
          </p:nvPr>
        </p:nvSpPr>
        <p:spPr/>
        <p:txBody>
          <a:bodyPr/>
          <a:lstStyle/>
          <a:p>
            <a:r>
              <a:rPr lang="en-IN" dirty="0"/>
              <a:t>PREGNANCY_CATEGORY</a:t>
            </a:r>
          </a:p>
        </p:txBody>
      </p:sp>
      <p:sp>
        <p:nvSpPr>
          <p:cNvPr id="3" name="Content Placeholder 2">
            <a:extLst>
              <a:ext uri="{FF2B5EF4-FFF2-40B4-BE49-F238E27FC236}">
                <a16:creationId xmlns:a16="http://schemas.microsoft.com/office/drawing/2014/main" id="{EDDF25BC-34F4-CD1F-61AA-85E591D2FB14}"/>
              </a:ext>
            </a:extLst>
          </p:cNvPr>
          <p:cNvSpPr>
            <a:spLocks noGrp="1"/>
          </p:cNvSpPr>
          <p:nvPr>
            <p:ph idx="1"/>
          </p:nvPr>
        </p:nvSpPr>
        <p:spPr/>
        <p:txBody>
          <a:bodyPr>
            <a:normAutofit fontScale="92500"/>
          </a:bodyPr>
          <a:lstStyle/>
          <a:p>
            <a:r>
              <a:rPr lang="en-US" b="1" dirty="0"/>
              <a:t>1 = Has a high potential for abuse. Has no currently accepted medical use in treatment in the United States. There is a lack of accepted safety for use under </a:t>
            </a:r>
            <a:r>
              <a:rPr lang="en-IN" b="1" dirty="0"/>
              <a:t>medical supervision</a:t>
            </a:r>
          </a:p>
          <a:p>
            <a:r>
              <a:rPr lang="en-US" b="1" dirty="0"/>
              <a:t>2 = Has a high potential for abuse. Has a currently accepted medical use in</a:t>
            </a:r>
          </a:p>
          <a:p>
            <a:r>
              <a:rPr lang="en-US" b="1" dirty="0"/>
              <a:t>treatment in the United States or a currently accepted medical use with severe</a:t>
            </a:r>
          </a:p>
          <a:p>
            <a:r>
              <a:rPr lang="en-US" b="1" dirty="0"/>
              <a:t>restrictions. Abuse may lead to severe psychological or physical dependence</a:t>
            </a:r>
            <a:endParaRPr lang="en-IN" dirty="0"/>
          </a:p>
        </p:txBody>
      </p:sp>
      <p:sp>
        <p:nvSpPr>
          <p:cNvPr id="4" name="Footer Placeholder 3">
            <a:extLst>
              <a:ext uri="{FF2B5EF4-FFF2-40B4-BE49-F238E27FC236}">
                <a16:creationId xmlns:a16="http://schemas.microsoft.com/office/drawing/2014/main" id="{972CE945-6BDA-D04E-547C-15234E9B061E}"/>
              </a:ext>
            </a:extLst>
          </p:cNvPr>
          <p:cNvSpPr>
            <a:spLocks noGrp="1"/>
          </p:cNvSpPr>
          <p:nvPr>
            <p:ph type="ftr" sz="quarter" idx="11"/>
          </p:nvPr>
        </p:nvSpPr>
        <p:spPr/>
        <p:txBody>
          <a:bodyPr/>
          <a:lstStyle/>
          <a:p>
            <a:r>
              <a:rPr lang="en-IN"/>
              <a:t>UNIFIED MENTOR</a:t>
            </a:r>
          </a:p>
        </p:txBody>
      </p:sp>
      <p:sp>
        <p:nvSpPr>
          <p:cNvPr id="5" name="Slide Number Placeholder 4">
            <a:extLst>
              <a:ext uri="{FF2B5EF4-FFF2-40B4-BE49-F238E27FC236}">
                <a16:creationId xmlns:a16="http://schemas.microsoft.com/office/drawing/2014/main" id="{9D0027AE-7216-1D9B-318E-BC6488E12731}"/>
              </a:ext>
            </a:extLst>
          </p:cNvPr>
          <p:cNvSpPr>
            <a:spLocks noGrp="1"/>
          </p:cNvSpPr>
          <p:nvPr>
            <p:ph type="sldNum" sz="quarter" idx="12"/>
          </p:nvPr>
        </p:nvSpPr>
        <p:spPr/>
        <p:txBody>
          <a:bodyPr/>
          <a:lstStyle/>
          <a:p>
            <a:fld id="{00F6528D-E7C2-4CAB-95DE-ECDF797428C4}" type="slidenum">
              <a:rPr lang="en-IN" smtClean="0"/>
              <a:t>9</a:t>
            </a:fld>
            <a:endParaRPr lang="en-IN"/>
          </a:p>
        </p:txBody>
      </p:sp>
    </p:spTree>
    <p:extLst>
      <p:ext uri="{BB962C8B-B14F-4D97-AF65-F5344CB8AC3E}">
        <p14:creationId xmlns:p14="http://schemas.microsoft.com/office/powerpoint/2010/main" val="21846565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0AA35F-F7A2-6DBE-F12F-4FCDC5310693}"/>
              </a:ext>
            </a:extLst>
          </p:cNvPr>
          <p:cNvSpPr>
            <a:spLocks noGrp="1"/>
          </p:cNvSpPr>
          <p:nvPr>
            <p:ph type="title"/>
          </p:nvPr>
        </p:nvSpPr>
        <p:spPr/>
        <p:txBody>
          <a:bodyPr/>
          <a:lstStyle/>
          <a:p>
            <a:r>
              <a:rPr lang="en-IN" dirty="0"/>
              <a:t>PREGNANCY_CATEGORY</a:t>
            </a:r>
          </a:p>
        </p:txBody>
      </p:sp>
      <p:sp>
        <p:nvSpPr>
          <p:cNvPr id="3" name="Content Placeholder 2">
            <a:extLst>
              <a:ext uri="{FF2B5EF4-FFF2-40B4-BE49-F238E27FC236}">
                <a16:creationId xmlns:a16="http://schemas.microsoft.com/office/drawing/2014/main" id="{5BFEC171-2FCB-09B5-EAF8-00FBCD871940}"/>
              </a:ext>
            </a:extLst>
          </p:cNvPr>
          <p:cNvSpPr>
            <a:spLocks noGrp="1"/>
          </p:cNvSpPr>
          <p:nvPr>
            <p:ph idx="1"/>
          </p:nvPr>
        </p:nvSpPr>
        <p:spPr/>
        <p:txBody>
          <a:bodyPr>
            <a:normAutofit fontScale="92500"/>
          </a:bodyPr>
          <a:lstStyle/>
          <a:p>
            <a:r>
              <a:rPr lang="en-US" b="1" dirty="0"/>
              <a:t>3 = Has a potential for abuse less than those in schedules 1 and 2. Has a</a:t>
            </a:r>
          </a:p>
          <a:p>
            <a:r>
              <a:rPr lang="en-US" b="1" dirty="0"/>
              <a:t>currently accepted medical use in treatment in the United States. Abuse may lead to moderate or low physical dependence or high psychological de</a:t>
            </a:r>
            <a:r>
              <a:rPr lang="en-IN" b="1" dirty="0" err="1"/>
              <a:t>pendence</a:t>
            </a:r>
            <a:endParaRPr lang="en-IN" b="1" dirty="0"/>
          </a:p>
          <a:p>
            <a:r>
              <a:rPr lang="en-US" b="1" dirty="0"/>
              <a:t>4 = Has a low potential for abuse relative to those in schedule 3. It has a</a:t>
            </a:r>
          </a:p>
          <a:p>
            <a:r>
              <a:rPr lang="en-US" b="1" dirty="0"/>
              <a:t>currently accepted medical use in treatment in the United States. Abuse may</a:t>
            </a:r>
          </a:p>
          <a:p>
            <a:r>
              <a:rPr lang="en-US" b="1" dirty="0"/>
              <a:t>lead to limited physical dependence or psychological dependence relative to</a:t>
            </a:r>
          </a:p>
          <a:p>
            <a:r>
              <a:rPr lang="en-IN" b="1" dirty="0"/>
              <a:t>those in schedule 3	 	</a:t>
            </a:r>
            <a:endParaRPr lang="en-IN" dirty="0"/>
          </a:p>
        </p:txBody>
      </p:sp>
      <p:sp>
        <p:nvSpPr>
          <p:cNvPr id="4" name="Footer Placeholder 3">
            <a:extLst>
              <a:ext uri="{FF2B5EF4-FFF2-40B4-BE49-F238E27FC236}">
                <a16:creationId xmlns:a16="http://schemas.microsoft.com/office/drawing/2014/main" id="{AF8B54DD-10CD-CE3C-B1F7-1D6CA42C46B1}"/>
              </a:ext>
            </a:extLst>
          </p:cNvPr>
          <p:cNvSpPr>
            <a:spLocks noGrp="1"/>
          </p:cNvSpPr>
          <p:nvPr>
            <p:ph type="ftr" sz="quarter" idx="11"/>
          </p:nvPr>
        </p:nvSpPr>
        <p:spPr/>
        <p:txBody>
          <a:bodyPr/>
          <a:lstStyle/>
          <a:p>
            <a:r>
              <a:rPr lang="en-IN"/>
              <a:t>UNIFIED MENTOR</a:t>
            </a:r>
          </a:p>
        </p:txBody>
      </p:sp>
      <p:sp>
        <p:nvSpPr>
          <p:cNvPr id="5" name="Slide Number Placeholder 4">
            <a:extLst>
              <a:ext uri="{FF2B5EF4-FFF2-40B4-BE49-F238E27FC236}">
                <a16:creationId xmlns:a16="http://schemas.microsoft.com/office/drawing/2014/main" id="{A8EB78FA-BAB0-686E-EC05-5CB24FCB0A78}"/>
              </a:ext>
            </a:extLst>
          </p:cNvPr>
          <p:cNvSpPr>
            <a:spLocks noGrp="1"/>
          </p:cNvSpPr>
          <p:nvPr>
            <p:ph type="sldNum" sz="quarter" idx="12"/>
          </p:nvPr>
        </p:nvSpPr>
        <p:spPr/>
        <p:txBody>
          <a:bodyPr/>
          <a:lstStyle/>
          <a:p>
            <a:fld id="{00F6528D-E7C2-4CAB-95DE-ECDF797428C4}" type="slidenum">
              <a:rPr lang="en-IN" smtClean="0"/>
              <a:t>10</a:t>
            </a:fld>
            <a:endParaRPr lang="en-IN"/>
          </a:p>
        </p:txBody>
      </p:sp>
    </p:spTree>
    <p:extLst>
      <p:ext uri="{BB962C8B-B14F-4D97-AF65-F5344CB8AC3E}">
        <p14:creationId xmlns:p14="http://schemas.microsoft.com/office/powerpoint/2010/main" val="33124831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429E5F-450F-B507-AE1A-53534178110A}"/>
              </a:ext>
            </a:extLst>
          </p:cNvPr>
          <p:cNvSpPr>
            <a:spLocks noGrp="1"/>
          </p:cNvSpPr>
          <p:nvPr>
            <p:ph type="title"/>
          </p:nvPr>
        </p:nvSpPr>
        <p:spPr/>
        <p:txBody>
          <a:bodyPr/>
          <a:lstStyle/>
          <a:p>
            <a:r>
              <a:rPr lang="en-IN" dirty="0"/>
              <a:t>PREGNANCY CATEGORY</a:t>
            </a:r>
          </a:p>
        </p:txBody>
      </p:sp>
      <p:sp>
        <p:nvSpPr>
          <p:cNvPr id="3" name="Content Placeholder 2">
            <a:extLst>
              <a:ext uri="{FF2B5EF4-FFF2-40B4-BE49-F238E27FC236}">
                <a16:creationId xmlns:a16="http://schemas.microsoft.com/office/drawing/2014/main" id="{E251E20A-6A0C-E59C-9B1C-B6D251F77286}"/>
              </a:ext>
            </a:extLst>
          </p:cNvPr>
          <p:cNvSpPr>
            <a:spLocks noGrp="1"/>
          </p:cNvSpPr>
          <p:nvPr>
            <p:ph idx="1"/>
          </p:nvPr>
        </p:nvSpPr>
        <p:spPr/>
        <p:txBody>
          <a:bodyPr>
            <a:normAutofit fontScale="77500" lnSpcReduction="20000"/>
          </a:bodyPr>
          <a:lstStyle/>
          <a:p>
            <a:r>
              <a:rPr lang="en-US" b="1" dirty="0"/>
              <a:t>5 = Has a low potential for abuse relative to those in schedule 4. Has a currently accepted medical use in treatment in the United States. Abuse may lead to limited physical dependence or psychological dependence relative to those in </a:t>
            </a:r>
            <a:r>
              <a:rPr lang="en-IN" b="1" dirty="0"/>
              <a:t>schedule 4</a:t>
            </a:r>
          </a:p>
          <a:p>
            <a:r>
              <a:rPr lang="en-IN" b="1" dirty="0"/>
              <a:t>alcohol:</a:t>
            </a:r>
          </a:p>
          <a:p>
            <a:r>
              <a:rPr lang="en-IN" b="1" dirty="0"/>
              <a:t>X = Interacts with Alcohol.</a:t>
            </a:r>
          </a:p>
          <a:p>
            <a:r>
              <a:rPr lang="en-IN" b="1" dirty="0"/>
              <a:t>rating:</a:t>
            </a:r>
          </a:p>
          <a:p>
            <a:r>
              <a:rPr lang="en-US" b="1" dirty="0"/>
              <a:t>For ratings, users were asked how effective they found the medicine while</a:t>
            </a:r>
          </a:p>
          <a:p>
            <a:r>
              <a:rPr lang="en-US" b="1" dirty="0"/>
              <a:t>considering positive/adverse effects and ease of use (1 = not effective, 10 = most</a:t>
            </a:r>
          </a:p>
          <a:p>
            <a:r>
              <a:rPr lang="en-IN" b="1" dirty="0"/>
              <a:t>effective)</a:t>
            </a:r>
            <a:endParaRPr lang="en-IN" dirty="0"/>
          </a:p>
        </p:txBody>
      </p:sp>
      <p:sp>
        <p:nvSpPr>
          <p:cNvPr id="4" name="Footer Placeholder 3">
            <a:extLst>
              <a:ext uri="{FF2B5EF4-FFF2-40B4-BE49-F238E27FC236}">
                <a16:creationId xmlns:a16="http://schemas.microsoft.com/office/drawing/2014/main" id="{19A0A838-F086-7EC9-53EE-86D7D4BDD50A}"/>
              </a:ext>
            </a:extLst>
          </p:cNvPr>
          <p:cNvSpPr>
            <a:spLocks noGrp="1"/>
          </p:cNvSpPr>
          <p:nvPr>
            <p:ph type="ftr" sz="quarter" idx="11"/>
          </p:nvPr>
        </p:nvSpPr>
        <p:spPr/>
        <p:txBody>
          <a:bodyPr/>
          <a:lstStyle/>
          <a:p>
            <a:r>
              <a:rPr lang="en-IN"/>
              <a:t>UNIFIED MENTOR</a:t>
            </a:r>
          </a:p>
        </p:txBody>
      </p:sp>
      <p:sp>
        <p:nvSpPr>
          <p:cNvPr id="5" name="Slide Number Placeholder 4">
            <a:extLst>
              <a:ext uri="{FF2B5EF4-FFF2-40B4-BE49-F238E27FC236}">
                <a16:creationId xmlns:a16="http://schemas.microsoft.com/office/drawing/2014/main" id="{30825EFA-1238-E94C-D422-4874D29E1A16}"/>
              </a:ext>
            </a:extLst>
          </p:cNvPr>
          <p:cNvSpPr>
            <a:spLocks noGrp="1"/>
          </p:cNvSpPr>
          <p:nvPr>
            <p:ph type="sldNum" sz="quarter" idx="12"/>
          </p:nvPr>
        </p:nvSpPr>
        <p:spPr/>
        <p:txBody>
          <a:bodyPr/>
          <a:lstStyle/>
          <a:p>
            <a:fld id="{00F6528D-E7C2-4CAB-95DE-ECDF797428C4}" type="slidenum">
              <a:rPr lang="en-IN" smtClean="0"/>
              <a:t>11</a:t>
            </a:fld>
            <a:endParaRPr lang="en-IN"/>
          </a:p>
        </p:txBody>
      </p:sp>
    </p:spTree>
    <p:extLst>
      <p:ext uri="{BB962C8B-B14F-4D97-AF65-F5344CB8AC3E}">
        <p14:creationId xmlns:p14="http://schemas.microsoft.com/office/powerpoint/2010/main" val="38131716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F2AF83-8B83-658B-2988-0B096597D050}"/>
              </a:ext>
            </a:extLst>
          </p:cNvPr>
          <p:cNvSpPr>
            <a:spLocks noGrp="1"/>
          </p:cNvSpPr>
          <p:nvPr>
            <p:ph type="title"/>
          </p:nvPr>
        </p:nvSpPr>
        <p:spPr/>
        <p:txBody>
          <a:bodyPr/>
          <a:lstStyle/>
          <a:p>
            <a:r>
              <a:rPr lang="en-US" b="1" dirty="0"/>
              <a:t>Exploratory Data Analysis on Drugs, Side Effects, and Medical Conditions</a:t>
            </a:r>
            <a:endParaRPr lang="en-IN" dirty="0"/>
          </a:p>
        </p:txBody>
      </p:sp>
      <p:sp>
        <p:nvSpPr>
          <p:cNvPr id="3" name="Content Placeholder 2">
            <a:extLst>
              <a:ext uri="{FF2B5EF4-FFF2-40B4-BE49-F238E27FC236}">
                <a16:creationId xmlns:a16="http://schemas.microsoft.com/office/drawing/2014/main" id="{56D52E81-9EE8-CF98-5C5A-617FBF28102C}"/>
              </a:ext>
            </a:extLst>
          </p:cNvPr>
          <p:cNvSpPr>
            <a:spLocks noGrp="1"/>
          </p:cNvSpPr>
          <p:nvPr>
            <p:ph idx="1"/>
          </p:nvPr>
        </p:nvSpPr>
        <p:spPr/>
        <p:txBody>
          <a:bodyPr>
            <a:normAutofit fontScale="77500" lnSpcReduction="20000"/>
          </a:bodyPr>
          <a:lstStyle/>
          <a:p>
            <a:r>
              <a:rPr lang="en-IN" b="1" dirty="0"/>
              <a:t>1. Objective</a:t>
            </a:r>
          </a:p>
          <a:p>
            <a:r>
              <a:rPr lang="en-US" dirty="0"/>
              <a:t>The goal is to analyze the relationships between drugs, their side effects, and the medical conditions they treat, as well as to explore the ratings and reviews </a:t>
            </a:r>
            <a:r>
              <a:rPr lang="en-IN" dirty="0"/>
              <a:t>associated with these drugs</a:t>
            </a:r>
          </a:p>
          <a:p>
            <a:r>
              <a:rPr lang="en-IN" b="1" dirty="0"/>
              <a:t>Tools Required</a:t>
            </a:r>
          </a:p>
          <a:p>
            <a:r>
              <a:rPr lang="en-US" dirty="0"/>
              <a:t>● </a:t>
            </a:r>
            <a:r>
              <a:rPr lang="en-US" b="1" dirty="0"/>
              <a:t>Python</a:t>
            </a:r>
            <a:r>
              <a:rPr lang="en-US" dirty="0"/>
              <a:t>: The primary programming language for data analysis.</a:t>
            </a:r>
          </a:p>
          <a:p>
            <a:r>
              <a:rPr lang="en-IN" dirty="0"/>
              <a:t>● </a:t>
            </a:r>
            <a:r>
              <a:rPr lang="en-IN" b="1" dirty="0"/>
              <a:t>Pandas</a:t>
            </a:r>
            <a:r>
              <a:rPr lang="en-IN" dirty="0"/>
              <a:t>: For data manipulation and analysis.</a:t>
            </a:r>
          </a:p>
          <a:p>
            <a:r>
              <a:rPr lang="en-US" dirty="0"/>
              <a:t>● </a:t>
            </a:r>
            <a:r>
              <a:rPr lang="en-US" b="1" dirty="0"/>
              <a:t>Matplotlib/Seaborn</a:t>
            </a:r>
            <a:r>
              <a:rPr lang="en-US" dirty="0"/>
              <a:t>: For data visualization.</a:t>
            </a:r>
          </a:p>
          <a:p>
            <a:r>
              <a:rPr lang="en-US" dirty="0"/>
              <a:t>● </a:t>
            </a:r>
            <a:r>
              <a:rPr lang="en-US" b="1" dirty="0" err="1"/>
              <a:t>Jupyter</a:t>
            </a:r>
            <a:r>
              <a:rPr lang="en-US" b="1" dirty="0"/>
              <a:t> Notebook</a:t>
            </a:r>
            <a:r>
              <a:rPr lang="en-US" dirty="0"/>
              <a:t>: To write and run Python code.</a:t>
            </a:r>
            <a:endParaRPr lang="en-IN" dirty="0"/>
          </a:p>
        </p:txBody>
      </p:sp>
      <p:sp>
        <p:nvSpPr>
          <p:cNvPr id="4" name="Footer Placeholder 3">
            <a:extLst>
              <a:ext uri="{FF2B5EF4-FFF2-40B4-BE49-F238E27FC236}">
                <a16:creationId xmlns:a16="http://schemas.microsoft.com/office/drawing/2014/main" id="{EE4BC831-12B8-67FD-4040-1E0E17687245}"/>
              </a:ext>
            </a:extLst>
          </p:cNvPr>
          <p:cNvSpPr>
            <a:spLocks noGrp="1"/>
          </p:cNvSpPr>
          <p:nvPr>
            <p:ph type="ftr" sz="quarter" idx="11"/>
          </p:nvPr>
        </p:nvSpPr>
        <p:spPr/>
        <p:txBody>
          <a:bodyPr/>
          <a:lstStyle/>
          <a:p>
            <a:r>
              <a:rPr lang="en-IN"/>
              <a:t>UNIFIED MENTOR</a:t>
            </a:r>
          </a:p>
        </p:txBody>
      </p:sp>
      <p:sp>
        <p:nvSpPr>
          <p:cNvPr id="5" name="Slide Number Placeholder 4">
            <a:extLst>
              <a:ext uri="{FF2B5EF4-FFF2-40B4-BE49-F238E27FC236}">
                <a16:creationId xmlns:a16="http://schemas.microsoft.com/office/drawing/2014/main" id="{DA1936E2-B5E6-7B20-1E90-90B9334C4A68}"/>
              </a:ext>
            </a:extLst>
          </p:cNvPr>
          <p:cNvSpPr>
            <a:spLocks noGrp="1"/>
          </p:cNvSpPr>
          <p:nvPr>
            <p:ph type="sldNum" sz="quarter" idx="12"/>
          </p:nvPr>
        </p:nvSpPr>
        <p:spPr/>
        <p:txBody>
          <a:bodyPr/>
          <a:lstStyle/>
          <a:p>
            <a:fld id="{00F6528D-E7C2-4CAB-95DE-ECDF797428C4}" type="slidenum">
              <a:rPr lang="en-IN" smtClean="0"/>
              <a:t>12</a:t>
            </a:fld>
            <a:endParaRPr lang="en-IN"/>
          </a:p>
        </p:txBody>
      </p:sp>
    </p:spTree>
    <p:extLst>
      <p:ext uri="{BB962C8B-B14F-4D97-AF65-F5344CB8AC3E}">
        <p14:creationId xmlns:p14="http://schemas.microsoft.com/office/powerpoint/2010/main" val="37700893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8C999-74B1-8231-2C7B-E075291811AD}"/>
              </a:ext>
            </a:extLst>
          </p:cNvPr>
          <p:cNvSpPr>
            <a:spLocks noGrp="1"/>
          </p:cNvSpPr>
          <p:nvPr>
            <p:ph type="title"/>
          </p:nvPr>
        </p:nvSpPr>
        <p:spPr/>
        <p:txBody>
          <a:bodyPr/>
          <a:lstStyle/>
          <a:p>
            <a:r>
              <a:rPr lang="en-IN" dirty="0"/>
              <a:t>PROJECT_STEP 1 - Check for missing values</a:t>
            </a:r>
          </a:p>
        </p:txBody>
      </p:sp>
      <p:sp>
        <p:nvSpPr>
          <p:cNvPr id="4" name="Footer Placeholder 3">
            <a:extLst>
              <a:ext uri="{FF2B5EF4-FFF2-40B4-BE49-F238E27FC236}">
                <a16:creationId xmlns:a16="http://schemas.microsoft.com/office/drawing/2014/main" id="{468FAED8-1D9A-4CE4-71D3-8F9BE18FEAE3}"/>
              </a:ext>
            </a:extLst>
          </p:cNvPr>
          <p:cNvSpPr>
            <a:spLocks noGrp="1"/>
          </p:cNvSpPr>
          <p:nvPr>
            <p:ph type="ftr" sz="quarter" idx="11"/>
          </p:nvPr>
        </p:nvSpPr>
        <p:spPr/>
        <p:txBody>
          <a:bodyPr/>
          <a:lstStyle/>
          <a:p>
            <a:r>
              <a:rPr lang="en-IN"/>
              <a:t>UNIFIED MENTOR</a:t>
            </a:r>
          </a:p>
        </p:txBody>
      </p:sp>
      <p:sp>
        <p:nvSpPr>
          <p:cNvPr id="5" name="Slide Number Placeholder 4">
            <a:extLst>
              <a:ext uri="{FF2B5EF4-FFF2-40B4-BE49-F238E27FC236}">
                <a16:creationId xmlns:a16="http://schemas.microsoft.com/office/drawing/2014/main" id="{DAD22FCF-B9BF-9BB0-2223-D5BD7B50241B}"/>
              </a:ext>
            </a:extLst>
          </p:cNvPr>
          <p:cNvSpPr>
            <a:spLocks noGrp="1"/>
          </p:cNvSpPr>
          <p:nvPr>
            <p:ph type="sldNum" sz="quarter" idx="12"/>
          </p:nvPr>
        </p:nvSpPr>
        <p:spPr/>
        <p:txBody>
          <a:bodyPr/>
          <a:lstStyle/>
          <a:p>
            <a:fld id="{00F6528D-E7C2-4CAB-95DE-ECDF797428C4}" type="slidenum">
              <a:rPr lang="en-IN" smtClean="0"/>
              <a:t>13</a:t>
            </a:fld>
            <a:endParaRPr lang="en-IN"/>
          </a:p>
        </p:txBody>
      </p:sp>
      <p:pic>
        <p:nvPicPr>
          <p:cNvPr id="7" name="Picture 6">
            <a:extLst>
              <a:ext uri="{FF2B5EF4-FFF2-40B4-BE49-F238E27FC236}">
                <a16:creationId xmlns:a16="http://schemas.microsoft.com/office/drawing/2014/main" id="{E3FE30E2-32DB-F950-93E9-A5B824D1FDD6}"/>
              </a:ext>
            </a:extLst>
          </p:cNvPr>
          <p:cNvPicPr>
            <a:picLocks noChangeAspect="1"/>
          </p:cNvPicPr>
          <p:nvPr/>
        </p:nvPicPr>
        <p:blipFill>
          <a:blip r:embed="rId2"/>
          <a:stretch>
            <a:fillRect/>
          </a:stretch>
        </p:blipFill>
        <p:spPr>
          <a:xfrm>
            <a:off x="4085818" y="1656273"/>
            <a:ext cx="4017185" cy="5009458"/>
          </a:xfrm>
          <a:prstGeom prst="rect">
            <a:avLst/>
          </a:prstGeom>
        </p:spPr>
      </p:pic>
    </p:spTree>
    <p:extLst>
      <p:ext uri="{BB962C8B-B14F-4D97-AF65-F5344CB8AC3E}">
        <p14:creationId xmlns:p14="http://schemas.microsoft.com/office/powerpoint/2010/main" val="27699245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ABE3CC-E45B-94BE-78CE-88CA7B827D2D}"/>
              </a:ext>
            </a:extLst>
          </p:cNvPr>
          <p:cNvSpPr>
            <a:spLocks noGrp="1"/>
          </p:cNvSpPr>
          <p:nvPr>
            <p:ph type="title"/>
          </p:nvPr>
        </p:nvSpPr>
        <p:spPr/>
        <p:txBody>
          <a:bodyPr/>
          <a:lstStyle/>
          <a:p>
            <a:r>
              <a:rPr lang="en-IN" dirty="0"/>
              <a:t>Distribution of drug ratings</a:t>
            </a:r>
            <a:br>
              <a:rPr lang="en-IN" dirty="0"/>
            </a:br>
            <a:endParaRPr lang="en-IN" dirty="0"/>
          </a:p>
        </p:txBody>
      </p:sp>
      <p:sp>
        <p:nvSpPr>
          <p:cNvPr id="4" name="Footer Placeholder 3">
            <a:extLst>
              <a:ext uri="{FF2B5EF4-FFF2-40B4-BE49-F238E27FC236}">
                <a16:creationId xmlns:a16="http://schemas.microsoft.com/office/drawing/2014/main" id="{5F3C837F-825E-E392-8C17-EF26318B3A87}"/>
              </a:ext>
            </a:extLst>
          </p:cNvPr>
          <p:cNvSpPr>
            <a:spLocks noGrp="1"/>
          </p:cNvSpPr>
          <p:nvPr>
            <p:ph type="ftr" sz="quarter" idx="11"/>
          </p:nvPr>
        </p:nvSpPr>
        <p:spPr/>
        <p:txBody>
          <a:bodyPr/>
          <a:lstStyle/>
          <a:p>
            <a:r>
              <a:rPr lang="en-IN"/>
              <a:t>UNIFIED MENTOR</a:t>
            </a:r>
          </a:p>
        </p:txBody>
      </p:sp>
      <p:sp>
        <p:nvSpPr>
          <p:cNvPr id="5" name="Slide Number Placeholder 4">
            <a:extLst>
              <a:ext uri="{FF2B5EF4-FFF2-40B4-BE49-F238E27FC236}">
                <a16:creationId xmlns:a16="http://schemas.microsoft.com/office/drawing/2014/main" id="{358FE45D-B187-9DB6-358F-7A8434A2DC81}"/>
              </a:ext>
            </a:extLst>
          </p:cNvPr>
          <p:cNvSpPr>
            <a:spLocks noGrp="1"/>
          </p:cNvSpPr>
          <p:nvPr>
            <p:ph type="sldNum" sz="quarter" idx="12"/>
          </p:nvPr>
        </p:nvSpPr>
        <p:spPr/>
        <p:txBody>
          <a:bodyPr/>
          <a:lstStyle/>
          <a:p>
            <a:fld id="{00F6528D-E7C2-4CAB-95DE-ECDF797428C4}" type="slidenum">
              <a:rPr lang="en-IN" smtClean="0"/>
              <a:t>14</a:t>
            </a:fld>
            <a:endParaRPr lang="en-IN"/>
          </a:p>
        </p:txBody>
      </p:sp>
      <p:pic>
        <p:nvPicPr>
          <p:cNvPr id="11" name="Picture 10">
            <a:extLst>
              <a:ext uri="{FF2B5EF4-FFF2-40B4-BE49-F238E27FC236}">
                <a16:creationId xmlns:a16="http://schemas.microsoft.com/office/drawing/2014/main" id="{F3EA120D-550B-2964-AB3F-9A9F99C2580F}"/>
              </a:ext>
            </a:extLst>
          </p:cNvPr>
          <p:cNvPicPr>
            <a:picLocks noChangeAspect="1"/>
          </p:cNvPicPr>
          <p:nvPr/>
        </p:nvPicPr>
        <p:blipFill>
          <a:blip r:embed="rId2"/>
          <a:stretch>
            <a:fillRect/>
          </a:stretch>
        </p:blipFill>
        <p:spPr>
          <a:xfrm>
            <a:off x="1141411" y="1415256"/>
            <a:ext cx="8096250" cy="5210175"/>
          </a:xfrm>
          <a:prstGeom prst="rect">
            <a:avLst/>
          </a:prstGeom>
        </p:spPr>
      </p:pic>
    </p:spTree>
    <p:extLst>
      <p:ext uri="{BB962C8B-B14F-4D97-AF65-F5344CB8AC3E}">
        <p14:creationId xmlns:p14="http://schemas.microsoft.com/office/powerpoint/2010/main" val="28027137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949AA4-AADE-AB8D-F6DD-8E62D5B80D2F}"/>
              </a:ext>
            </a:extLst>
          </p:cNvPr>
          <p:cNvSpPr>
            <a:spLocks noGrp="1"/>
          </p:cNvSpPr>
          <p:nvPr>
            <p:ph type="title"/>
          </p:nvPr>
        </p:nvSpPr>
        <p:spPr/>
        <p:txBody>
          <a:bodyPr/>
          <a:lstStyle/>
          <a:p>
            <a:r>
              <a:rPr lang="en-IN" b="1" dirty="0" err="1"/>
              <a:t>Analyzing</a:t>
            </a:r>
            <a:r>
              <a:rPr lang="en-IN" b="1" dirty="0"/>
              <a:t> Relationships - Top Drugs by Condition</a:t>
            </a:r>
            <a:endParaRPr lang="en-IN" dirty="0"/>
          </a:p>
        </p:txBody>
      </p:sp>
      <p:pic>
        <p:nvPicPr>
          <p:cNvPr id="7" name="Content Placeholder 6">
            <a:extLst>
              <a:ext uri="{FF2B5EF4-FFF2-40B4-BE49-F238E27FC236}">
                <a16:creationId xmlns:a16="http://schemas.microsoft.com/office/drawing/2014/main" id="{339DC78C-4B2B-C157-2F86-85547905BA8F}"/>
              </a:ext>
            </a:extLst>
          </p:cNvPr>
          <p:cNvPicPr>
            <a:picLocks noGrp="1" noChangeAspect="1"/>
          </p:cNvPicPr>
          <p:nvPr>
            <p:ph idx="1"/>
          </p:nvPr>
        </p:nvPicPr>
        <p:blipFill>
          <a:blip r:embed="rId2"/>
          <a:stretch>
            <a:fillRect/>
          </a:stretch>
        </p:blipFill>
        <p:spPr>
          <a:xfrm>
            <a:off x="3371299" y="2097088"/>
            <a:ext cx="5600173" cy="3955238"/>
          </a:xfrm>
          <a:prstGeom prst="rect">
            <a:avLst/>
          </a:prstGeom>
        </p:spPr>
      </p:pic>
      <p:sp>
        <p:nvSpPr>
          <p:cNvPr id="4" name="Footer Placeholder 3">
            <a:extLst>
              <a:ext uri="{FF2B5EF4-FFF2-40B4-BE49-F238E27FC236}">
                <a16:creationId xmlns:a16="http://schemas.microsoft.com/office/drawing/2014/main" id="{4C5DF400-A5AA-C27B-E382-B149ABD590FE}"/>
              </a:ext>
            </a:extLst>
          </p:cNvPr>
          <p:cNvSpPr>
            <a:spLocks noGrp="1"/>
          </p:cNvSpPr>
          <p:nvPr>
            <p:ph type="ftr" sz="quarter" idx="11"/>
          </p:nvPr>
        </p:nvSpPr>
        <p:spPr/>
        <p:txBody>
          <a:bodyPr/>
          <a:lstStyle/>
          <a:p>
            <a:r>
              <a:rPr lang="en-IN"/>
              <a:t>UNIFIED MENTOR</a:t>
            </a:r>
          </a:p>
        </p:txBody>
      </p:sp>
      <p:sp>
        <p:nvSpPr>
          <p:cNvPr id="5" name="Slide Number Placeholder 4">
            <a:extLst>
              <a:ext uri="{FF2B5EF4-FFF2-40B4-BE49-F238E27FC236}">
                <a16:creationId xmlns:a16="http://schemas.microsoft.com/office/drawing/2014/main" id="{839708CC-3515-81E1-A2C4-9B35967D95E9}"/>
              </a:ext>
            </a:extLst>
          </p:cNvPr>
          <p:cNvSpPr>
            <a:spLocks noGrp="1"/>
          </p:cNvSpPr>
          <p:nvPr>
            <p:ph type="sldNum" sz="quarter" idx="12"/>
          </p:nvPr>
        </p:nvSpPr>
        <p:spPr/>
        <p:txBody>
          <a:bodyPr/>
          <a:lstStyle/>
          <a:p>
            <a:fld id="{00F6528D-E7C2-4CAB-95DE-ECDF797428C4}" type="slidenum">
              <a:rPr lang="en-IN" smtClean="0"/>
              <a:t>15</a:t>
            </a:fld>
            <a:endParaRPr lang="en-IN"/>
          </a:p>
        </p:txBody>
      </p:sp>
    </p:spTree>
    <p:extLst>
      <p:ext uri="{BB962C8B-B14F-4D97-AF65-F5344CB8AC3E}">
        <p14:creationId xmlns:p14="http://schemas.microsoft.com/office/powerpoint/2010/main" val="22892543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78BE30-1BD6-BF85-281A-391E6F909679}"/>
              </a:ext>
            </a:extLst>
          </p:cNvPr>
          <p:cNvSpPr>
            <a:spLocks noGrp="1"/>
          </p:cNvSpPr>
          <p:nvPr>
            <p:ph type="title"/>
          </p:nvPr>
        </p:nvSpPr>
        <p:spPr/>
        <p:txBody>
          <a:bodyPr/>
          <a:lstStyle/>
          <a:p>
            <a:r>
              <a:rPr lang="en-IN" b="1" dirty="0"/>
              <a:t>Side Effects Analysis</a:t>
            </a:r>
            <a:endParaRPr lang="en-IN" dirty="0"/>
          </a:p>
        </p:txBody>
      </p:sp>
      <p:sp>
        <p:nvSpPr>
          <p:cNvPr id="3" name="Content Placeholder 2">
            <a:extLst>
              <a:ext uri="{FF2B5EF4-FFF2-40B4-BE49-F238E27FC236}">
                <a16:creationId xmlns:a16="http://schemas.microsoft.com/office/drawing/2014/main" id="{9B70FCA1-950D-8CF3-B4A4-CA45FA9E4504}"/>
              </a:ext>
            </a:extLst>
          </p:cNvPr>
          <p:cNvSpPr>
            <a:spLocks noGrp="1"/>
          </p:cNvSpPr>
          <p:nvPr>
            <p:ph idx="1"/>
          </p:nvPr>
        </p:nvSpPr>
        <p:spPr/>
        <p:txBody>
          <a:bodyPr>
            <a:normAutofit fontScale="47500" lnSpcReduction="20000"/>
          </a:bodyPr>
          <a:lstStyle/>
          <a:p>
            <a:r>
              <a:rPr lang="en-US"/>
              <a:t>Name: count, dtype: int64 side_effects hives ; difficult breathing; swelling of your face, lips, tongue, or throat. This medicine may cause serious side effects. Stop using this medicine and call your doctor at once if you have: redness or swelling of the treated area; increased pain; or severe burning or skin irritation such as a rash, itching, pain, or blistering. Less serious side effects may be more likely, and you may have none at all. 10 hives ; difficult breathing; swelling of your face, lips, tongue, or throat. This medicine may cause serious side effects. Stop using this medicine and call your doctor at once if you have: bone pain, muscle weakness; confusion, changes in your mental state, seizure (convulsions); or pale skin, feeling light-headed or short of breath, rapid heart rate. Less serious side effects may be more likely, and you may have none at all. 8 redness, warmth, swelling, itching, stinging, burning, or irritation of treated skin. 7 hives ; difficult breathing; swelling of your face, lips, tongue, or throat. Less serious side effects may include: stinging; rash; or skin irritation. 5 hives ; difficulty breathing; swelling of your face, lips, tongue, or throat. This medicine may cause serious side effects. Stop using this medicine and call your doctor at once if you have: nervousness , dizziness , or sleeplessness ; chest pain, fast or uneven heart rate; little or no urinating; dangerously high blood pressure (severe headache , buzzing in your ears, anxiety , shortness of breath); if your symptoms do not improve after 7 days of treatment, or if you have a fever; or if new symptoms occur. Less serious side effects may be more likely, and you may have none at all. 5 hives ; difficult breathing; swelling of your face, lips, tongue, or throat. Common side effects may include temporary hair loss (especially in children). 5 hives ; difficulty breathing; swelling of your face, lips, tongue, or throat. Less serious side effects may occur, and you may have none at all. 3 hives ; difficult breathing; swelling of your face, lips, tongue, or throat. Less serious side effects may be more likely, and you may have none at all. 3 hives ; difficult breathing; swelling of your face, lips, tongue, or throat. 3 hives ; difficulty breathing; swelling of your face, lips, tongue, or throat. Wash the skin and get medical attention right away if you have severe burning, pain, swelling, or blistering of the skin where you applied this medicine. This medicine may cause serious side effects. Stop using this medicine and call your doctor at once if you have: pale skin, blue-colored lips; headache , confusion; or rapid heartbeats. Common side effects may include a mild burning sensation that can last for several hours or days, especially after your first use of this medicine. 3</a:t>
            </a:r>
            <a:endParaRPr lang="en-IN" dirty="0"/>
          </a:p>
        </p:txBody>
      </p:sp>
      <p:sp>
        <p:nvSpPr>
          <p:cNvPr id="4" name="Footer Placeholder 3">
            <a:extLst>
              <a:ext uri="{FF2B5EF4-FFF2-40B4-BE49-F238E27FC236}">
                <a16:creationId xmlns:a16="http://schemas.microsoft.com/office/drawing/2014/main" id="{00189A14-106E-D549-CB3D-507416689414}"/>
              </a:ext>
            </a:extLst>
          </p:cNvPr>
          <p:cNvSpPr>
            <a:spLocks noGrp="1"/>
          </p:cNvSpPr>
          <p:nvPr>
            <p:ph type="ftr" sz="quarter" idx="11"/>
          </p:nvPr>
        </p:nvSpPr>
        <p:spPr/>
        <p:txBody>
          <a:bodyPr/>
          <a:lstStyle/>
          <a:p>
            <a:r>
              <a:rPr lang="en-IN"/>
              <a:t>UNIFIED MENTOR</a:t>
            </a:r>
          </a:p>
        </p:txBody>
      </p:sp>
      <p:sp>
        <p:nvSpPr>
          <p:cNvPr id="5" name="Slide Number Placeholder 4">
            <a:extLst>
              <a:ext uri="{FF2B5EF4-FFF2-40B4-BE49-F238E27FC236}">
                <a16:creationId xmlns:a16="http://schemas.microsoft.com/office/drawing/2014/main" id="{335F4132-9F7D-19A2-4FC4-A80C0235CB84}"/>
              </a:ext>
            </a:extLst>
          </p:cNvPr>
          <p:cNvSpPr>
            <a:spLocks noGrp="1"/>
          </p:cNvSpPr>
          <p:nvPr>
            <p:ph type="sldNum" sz="quarter" idx="12"/>
          </p:nvPr>
        </p:nvSpPr>
        <p:spPr/>
        <p:txBody>
          <a:bodyPr/>
          <a:lstStyle/>
          <a:p>
            <a:fld id="{00F6528D-E7C2-4CAB-95DE-ECDF797428C4}" type="slidenum">
              <a:rPr lang="en-IN" smtClean="0"/>
              <a:t>16</a:t>
            </a:fld>
            <a:endParaRPr lang="en-IN"/>
          </a:p>
        </p:txBody>
      </p:sp>
    </p:spTree>
    <p:extLst>
      <p:ext uri="{BB962C8B-B14F-4D97-AF65-F5344CB8AC3E}">
        <p14:creationId xmlns:p14="http://schemas.microsoft.com/office/powerpoint/2010/main" val="36059814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7B9525-8572-E790-FBD6-FF642CBA5A79}"/>
              </a:ext>
            </a:extLst>
          </p:cNvPr>
          <p:cNvSpPr>
            <a:spLocks noGrp="1"/>
          </p:cNvSpPr>
          <p:nvPr>
            <p:ph type="title"/>
          </p:nvPr>
        </p:nvSpPr>
        <p:spPr/>
        <p:txBody>
          <a:bodyPr/>
          <a:lstStyle/>
          <a:p>
            <a:r>
              <a:rPr lang="en-IN" b="1" dirty="0"/>
              <a:t>Drug Ratings by Class</a:t>
            </a:r>
            <a:endParaRPr lang="en-IN" dirty="0"/>
          </a:p>
        </p:txBody>
      </p:sp>
      <p:pic>
        <p:nvPicPr>
          <p:cNvPr id="7" name="Content Placeholder 6">
            <a:extLst>
              <a:ext uri="{FF2B5EF4-FFF2-40B4-BE49-F238E27FC236}">
                <a16:creationId xmlns:a16="http://schemas.microsoft.com/office/drawing/2014/main" id="{6791242C-C482-39ED-74AB-6DA2560CA8DC}"/>
              </a:ext>
            </a:extLst>
          </p:cNvPr>
          <p:cNvPicPr>
            <a:picLocks noGrp="1" noChangeAspect="1"/>
          </p:cNvPicPr>
          <p:nvPr>
            <p:ph idx="1"/>
          </p:nvPr>
        </p:nvPicPr>
        <p:blipFill>
          <a:blip r:embed="rId2"/>
          <a:stretch>
            <a:fillRect/>
          </a:stretch>
        </p:blipFill>
        <p:spPr>
          <a:xfrm>
            <a:off x="4382219" y="1631271"/>
            <a:ext cx="3657600" cy="5103555"/>
          </a:xfrm>
          <a:prstGeom prst="rect">
            <a:avLst/>
          </a:prstGeom>
        </p:spPr>
      </p:pic>
      <p:sp>
        <p:nvSpPr>
          <p:cNvPr id="4" name="Footer Placeholder 3">
            <a:extLst>
              <a:ext uri="{FF2B5EF4-FFF2-40B4-BE49-F238E27FC236}">
                <a16:creationId xmlns:a16="http://schemas.microsoft.com/office/drawing/2014/main" id="{C0C5A444-B4D9-079D-3B75-97819AFB0411}"/>
              </a:ext>
            </a:extLst>
          </p:cNvPr>
          <p:cNvSpPr>
            <a:spLocks noGrp="1"/>
          </p:cNvSpPr>
          <p:nvPr>
            <p:ph type="ftr" sz="quarter" idx="11"/>
          </p:nvPr>
        </p:nvSpPr>
        <p:spPr/>
        <p:txBody>
          <a:bodyPr/>
          <a:lstStyle/>
          <a:p>
            <a:r>
              <a:rPr lang="en-IN"/>
              <a:t>UNIFIED MENTOR</a:t>
            </a:r>
          </a:p>
        </p:txBody>
      </p:sp>
      <p:sp>
        <p:nvSpPr>
          <p:cNvPr id="5" name="Slide Number Placeholder 4">
            <a:extLst>
              <a:ext uri="{FF2B5EF4-FFF2-40B4-BE49-F238E27FC236}">
                <a16:creationId xmlns:a16="http://schemas.microsoft.com/office/drawing/2014/main" id="{D78BF0A1-CEE3-02F4-9EAB-000D1FC97D69}"/>
              </a:ext>
            </a:extLst>
          </p:cNvPr>
          <p:cNvSpPr>
            <a:spLocks noGrp="1"/>
          </p:cNvSpPr>
          <p:nvPr>
            <p:ph type="sldNum" sz="quarter" idx="12"/>
          </p:nvPr>
        </p:nvSpPr>
        <p:spPr/>
        <p:txBody>
          <a:bodyPr/>
          <a:lstStyle/>
          <a:p>
            <a:fld id="{00F6528D-E7C2-4CAB-95DE-ECDF797428C4}" type="slidenum">
              <a:rPr lang="en-IN" smtClean="0"/>
              <a:t>17</a:t>
            </a:fld>
            <a:endParaRPr lang="en-IN"/>
          </a:p>
        </p:txBody>
      </p:sp>
    </p:spTree>
    <p:extLst>
      <p:ext uri="{BB962C8B-B14F-4D97-AF65-F5344CB8AC3E}">
        <p14:creationId xmlns:p14="http://schemas.microsoft.com/office/powerpoint/2010/main" val="35118059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9420C2-6C9A-1E75-98BF-7870AC1E3CB8}"/>
              </a:ext>
            </a:extLst>
          </p:cNvPr>
          <p:cNvSpPr>
            <a:spLocks noGrp="1"/>
          </p:cNvSpPr>
          <p:nvPr>
            <p:ph type="title"/>
          </p:nvPr>
        </p:nvSpPr>
        <p:spPr/>
        <p:txBody>
          <a:bodyPr/>
          <a:lstStyle/>
          <a:p>
            <a:r>
              <a:rPr lang="en-IN" dirty="0"/>
              <a:t>COUNT OF REVIEWS PER DRUG CLASS</a:t>
            </a:r>
          </a:p>
        </p:txBody>
      </p:sp>
      <p:sp>
        <p:nvSpPr>
          <p:cNvPr id="3" name="Content Placeholder 2">
            <a:extLst>
              <a:ext uri="{FF2B5EF4-FFF2-40B4-BE49-F238E27FC236}">
                <a16:creationId xmlns:a16="http://schemas.microsoft.com/office/drawing/2014/main" id="{A5B33AB0-FF5F-40B8-F3E1-A16A92A9AA22}"/>
              </a:ext>
            </a:extLst>
          </p:cNvPr>
          <p:cNvSpPr>
            <a:spLocks noGrp="1"/>
          </p:cNvSpPr>
          <p:nvPr>
            <p:ph idx="1"/>
          </p:nvPr>
        </p:nvSpPr>
        <p:spPr/>
        <p:txBody>
          <a:bodyPr/>
          <a:lstStyle/>
          <a:p>
            <a:endParaRPr lang="en-IN"/>
          </a:p>
        </p:txBody>
      </p:sp>
      <p:sp>
        <p:nvSpPr>
          <p:cNvPr id="4" name="Footer Placeholder 3">
            <a:extLst>
              <a:ext uri="{FF2B5EF4-FFF2-40B4-BE49-F238E27FC236}">
                <a16:creationId xmlns:a16="http://schemas.microsoft.com/office/drawing/2014/main" id="{EF79BE1F-CD3F-BECF-2233-3C26364AFD59}"/>
              </a:ext>
            </a:extLst>
          </p:cNvPr>
          <p:cNvSpPr>
            <a:spLocks noGrp="1"/>
          </p:cNvSpPr>
          <p:nvPr>
            <p:ph type="ftr" sz="quarter" idx="11"/>
          </p:nvPr>
        </p:nvSpPr>
        <p:spPr/>
        <p:txBody>
          <a:bodyPr/>
          <a:lstStyle/>
          <a:p>
            <a:r>
              <a:rPr lang="en-IN"/>
              <a:t>UNIFIED MENTOR</a:t>
            </a:r>
          </a:p>
        </p:txBody>
      </p:sp>
      <p:sp>
        <p:nvSpPr>
          <p:cNvPr id="5" name="Slide Number Placeholder 4">
            <a:extLst>
              <a:ext uri="{FF2B5EF4-FFF2-40B4-BE49-F238E27FC236}">
                <a16:creationId xmlns:a16="http://schemas.microsoft.com/office/drawing/2014/main" id="{8E1F14CF-8B60-9D7E-1054-EC472E7B0DBA}"/>
              </a:ext>
            </a:extLst>
          </p:cNvPr>
          <p:cNvSpPr>
            <a:spLocks noGrp="1"/>
          </p:cNvSpPr>
          <p:nvPr>
            <p:ph type="sldNum" sz="quarter" idx="12"/>
          </p:nvPr>
        </p:nvSpPr>
        <p:spPr/>
        <p:txBody>
          <a:bodyPr/>
          <a:lstStyle/>
          <a:p>
            <a:fld id="{00F6528D-E7C2-4CAB-95DE-ECDF797428C4}" type="slidenum">
              <a:rPr lang="en-IN" smtClean="0"/>
              <a:t>18</a:t>
            </a:fld>
            <a:endParaRPr lang="en-IN"/>
          </a:p>
        </p:txBody>
      </p:sp>
      <p:pic>
        <p:nvPicPr>
          <p:cNvPr id="7" name="Picture 6">
            <a:extLst>
              <a:ext uri="{FF2B5EF4-FFF2-40B4-BE49-F238E27FC236}">
                <a16:creationId xmlns:a16="http://schemas.microsoft.com/office/drawing/2014/main" id="{08ADE9DD-3150-2EAE-22A2-4DEF1F02942A}"/>
              </a:ext>
            </a:extLst>
          </p:cNvPr>
          <p:cNvPicPr>
            <a:picLocks noChangeAspect="1"/>
          </p:cNvPicPr>
          <p:nvPr/>
        </p:nvPicPr>
        <p:blipFill>
          <a:blip r:embed="rId2"/>
          <a:stretch>
            <a:fillRect/>
          </a:stretch>
        </p:blipFill>
        <p:spPr>
          <a:xfrm>
            <a:off x="3312542" y="1626322"/>
            <a:ext cx="3847383" cy="5286054"/>
          </a:xfrm>
          <a:prstGeom prst="rect">
            <a:avLst/>
          </a:prstGeom>
        </p:spPr>
      </p:pic>
    </p:spTree>
    <p:extLst>
      <p:ext uri="{BB962C8B-B14F-4D97-AF65-F5344CB8AC3E}">
        <p14:creationId xmlns:p14="http://schemas.microsoft.com/office/powerpoint/2010/main" val="13472348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6AF0F4-7CAE-59BA-A424-A22108DA24DC}"/>
              </a:ext>
            </a:extLst>
          </p:cNvPr>
          <p:cNvSpPr>
            <a:spLocks noGrp="1"/>
          </p:cNvSpPr>
          <p:nvPr>
            <p:ph type="title"/>
          </p:nvPr>
        </p:nvSpPr>
        <p:spPr/>
        <p:txBody>
          <a:bodyPr/>
          <a:lstStyle/>
          <a:p>
            <a:r>
              <a:rPr lang="en-IN" dirty="0"/>
              <a:t>RATINGS BY CLASS</a:t>
            </a:r>
          </a:p>
        </p:txBody>
      </p:sp>
      <p:sp>
        <p:nvSpPr>
          <p:cNvPr id="3" name="Content Placeholder 2">
            <a:extLst>
              <a:ext uri="{FF2B5EF4-FFF2-40B4-BE49-F238E27FC236}">
                <a16:creationId xmlns:a16="http://schemas.microsoft.com/office/drawing/2014/main" id="{583B1A02-E24B-4AD8-FA89-6BA752E65497}"/>
              </a:ext>
            </a:extLst>
          </p:cNvPr>
          <p:cNvSpPr>
            <a:spLocks noGrp="1"/>
          </p:cNvSpPr>
          <p:nvPr>
            <p:ph idx="1"/>
          </p:nvPr>
        </p:nvSpPr>
        <p:spPr/>
        <p:txBody>
          <a:bodyPr/>
          <a:lstStyle/>
          <a:p>
            <a:endParaRPr lang="en-IN"/>
          </a:p>
        </p:txBody>
      </p:sp>
      <p:sp>
        <p:nvSpPr>
          <p:cNvPr id="4" name="Footer Placeholder 3">
            <a:extLst>
              <a:ext uri="{FF2B5EF4-FFF2-40B4-BE49-F238E27FC236}">
                <a16:creationId xmlns:a16="http://schemas.microsoft.com/office/drawing/2014/main" id="{250B5807-9E71-FB09-86DC-175377A8F85A}"/>
              </a:ext>
            </a:extLst>
          </p:cNvPr>
          <p:cNvSpPr>
            <a:spLocks noGrp="1"/>
          </p:cNvSpPr>
          <p:nvPr>
            <p:ph type="ftr" sz="quarter" idx="11"/>
          </p:nvPr>
        </p:nvSpPr>
        <p:spPr/>
        <p:txBody>
          <a:bodyPr/>
          <a:lstStyle/>
          <a:p>
            <a:r>
              <a:rPr lang="en-IN"/>
              <a:t>UNIFIED MENTOR</a:t>
            </a:r>
          </a:p>
        </p:txBody>
      </p:sp>
      <p:sp>
        <p:nvSpPr>
          <p:cNvPr id="5" name="Slide Number Placeholder 4">
            <a:extLst>
              <a:ext uri="{FF2B5EF4-FFF2-40B4-BE49-F238E27FC236}">
                <a16:creationId xmlns:a16="http://schemas.microsoft.com/office/drawing/2014/main" id="{2CAA7B85-7584-0B01-A992-7D20CFE4A20E}"/>
              </a:ext>
            </a:extLst>
          </p:cNvPr>
          <p:cNvSpPr>
            <a:spLocks noGrp="1"/>
          </p:cNvSpPr>
          <p:nvPr>
            <p:ph type="sldNum" sz="quarter" idx="12"/>
          </p:nvPr>
        </p:nvSpPr>
        <p:spPr/>
        <p:txBody>
          <a:bodyPr/>
          <a:lstStyle/>
          <a:p>
            <a:fld id="{00F6528D-E7C2-4CAB-95DE-ECDF797428C4}" type="slidenum">
              <a:rPr lang="en-IN" smtClean="0"/>
              <a:t>19</a:t>
            </a:fld>
            <a:endParaRPr lang="en-IN"/>
          </a:p>
        </p:txBody>
      </p:sp>
      <p:pic>
        <p:nvPicPr>
          <p:cNvPr id="7" name="Picture 6">
            <a:extLst>
              <a:ext uri="{FF2B5EF4-FFF2-40B4-BE49-F238E27FC236}">
                <a16:creationId xmlns:a16="http://schemas.microsoft.com/office/drawing/2014/main" id="{BD155C7C-C3DD-50F0-F513-2187A710A9A9}"/>
              </a:ext>
            </a:extLst>
          </p:cNvPr>
          <p:cNvPicPr>
            <a:picLocks noChangeAspect="1"/>
          </p:cNvPicPr>
          <p:nvPr/>
        </p:nvPicPr>
        <p:blipFill>
          <a:blip r:embed="rId2"/>
          <a:stretch>
            <a:fillRect/>
          </a:stretch>
        </p:blipFill>
        <p:spPr>
          <a:xfrm>
            <a:off x="2881223" y="1493908"/>
            <a:ext cx="3841940" cy="5364092"/>
          </a:xfrm>
          <a:prstGeom prst="rect">
            <a:avLst/>
          </a:prstGeom>
        </p:spPr>
      </p:pic>
    </p:spTree>
    <p:extLst>
      <p:ext uri="{BB962C8B-B14F-4D97-AF65-F5344CB8AC3E}">
        <p14:creationId xmlns:p14="http://schemas.microsoft.com/office/powerpoint/2010/main" val="22978515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AF7140-7B35-C5F5-53FF-CA61E1ED62FE}"/>
              </a:ext>
            </a:extLst>
          </p:cNvPr>
          <p:cNvSpPr>
            <a:spLocks noGrp="1"/>
          </p:cNvSpPr>
          <p:nvPr>
            <p:ph type="title"/>
          </p:nvPr>
        </p:nvSpPr>
        <p:spPr/>
        <p:txBody>
          <a:bodyPr/>
          <a:lstStyle/>
          <a:p>
            <a:r>
              <a:rPr lang="en-IN" dirty="0"/>
              <a:t>TOP 5 AND BOTTOM 5 DRUGS AS PER RATINGS</a:t>
            </a:r>
          </a:p>
        </p:txBody>
      </p:sp>
      <p:pic>
        <p:nvPicPr>
          <p:cNvPr id="7" name="Content Placeholder 6">
            <a:extLst>
              <a:ext uri="{FF2B5EF4-FFF2-40B4-BE49-F238E27FC236}">
                <a16:creationId xmlns:a16="http://schemas.microsoft.com/office/drawing/2014/main" id="{6E670AF5-F62A-5DBB-2CEB-C1885F1AC93D}"/>
              </a:ext>
            </a:extLst>
          </p:cNvPr>
          <p:cNvPicPr>
            <a:picLocks noGrp="1" noChangeAspect="1"/>
          </p:cNvPicPr>
          <p:nvPr>
            <p:ph idx="1"/>
          </p:nvPr>
        </p:nvPicPr>
        <p:blipFill>
          <a:blip r:embed="rId2"/>
          <a:stretch>
            <a:fillRect/>
          </a:stretch>
        </p:blipFill>
        <p:spPr>
          <a:xfrm>
            <a:off x="1325108" y="1639019"/>
            <a:ext cx="9538610" cy="4152181"/>
          </a:xfrm>
          <a:prstGeom prst="rect">
            <a:avLst/>
          </a:prstGeom>
        </p:spPr>
      </p:pic>
      <p:sp>
        <p:nvSpPr>
          <p:cNvPr id="4" name="Footer Placeholder 3">
            <a:extLst>
              <a:ext uri="{FF2B5EF4-FFF2-40B4-BE49-F238E27FC236}">
                <a16:creationId xmlns:a16="http://schemas.microsoft.com/office/drawing/2014/main" id="{6E36246E-C305-B4BB-4404-F421CCFF0403}"/>
              </a:ext>
            </a:extLst>
          </p:cNvPr>
          <p:cNvSpPr>
            <a:spLocks noGrp="1"/>
          </p:cNvSpPr>
          <p:nvPr>
            <p:ph type="ftr" sz="quarter" idx="11"/>
          </p:nvPr>
        </p:nvSpPr>
        <p:spPr/>
        <p:txBody>
          <a:bodyPr/>
          <a:lstStyle/>
          <a:p>
            <a:r>
              <a:rPr lang="en-IN"/>
              <a:t>UNIFIED MENTOR</a:t>
            </a:r>
          </a:p>
        </p:txBody>
      </p:sp>
      <p:sp>
        <p:nvSpPr>
          <p:cNvPr id="5" name="Slide Number Placeholder 4">
            <a:extLst>
              <a:ext uri="{FF2B5EF4-FFF2-40B4-BE49-F238E27FC236}">
                <a16:creationId xmlns:a16="http://schemas.microsoft.com/office/drawing/2014/main" id="{D4595B0F-6C19-24DA-EB9D-ECB0D87B0FA2}"/>
              </a:ext>
            </a:extLst>
          </p:cNvPr>
          <p:cNvSpPr>
            <a:spLocks noGrp="1"/>
          </p:cNvSpPr>
          <p:nvPr>
            <p:ph type="sldNum" sz="quarter" idx="12"/>
          </p:nvPr>
        </p:nvSpPr>
        <p:spPr/>
        <p:txBody>
          <a:bodyPr/>
          <a:lstStyle/>
          <a:p>
            <a:fld id="{00F6528D-E7C2-4CAB-95DE-ECDF797428C4}" type="slidenum">
              <a:rPr lang="en-IN" smtClean="0"/>
              <a:t>20</a:t>
            </a:fld>
            <a:endParaRPr lang="en-IN"/>
          </a:p>
        </p:txBody>
      </p:sp>
    </p:spTree>
    <p:extLst>
      <p:ext uri="{BB962C8B-B14F-4D97-AF65-F5344CB8AC3E}">
        <p14:creationId xmlns:p14="http://schemas.microsoft.com/office/powerpoint/2010/main" val="39788898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A3019-FBF9-9901-045E-D6E48B139D68}"/>
              </a:ext>
            </a:extLst>
          </p:cNvPr>
          <p:cNvSpPr>
            <a:spLocks noGrp="1"/>
          </p:cNvSpPr>
          <p:nvPr>
            <p:ph type="title"/>
          </p:nvPr>
        </p:nvSpPr>
        <p:spPr/>
        <p:txBody>
          <a:bodyPr/>
          <a:lstStyle/>
          <a:p>
            <a:r>
              <a:rPr lang="en-IN" dirty="0"/>
              <a:t>SIDE EFFECT – SENTIMENT VS RATING</a:t>
            </a:r>
          </a:p>
        </p:txBody>
      </p:sp>
      <p:pic>
        <p:nvPicPr>
          <p:cNvPr id="7" name="Content Placeholder 6">
            <a:extLst>
              <a:ext uri="{FF2B5EF4-FFF2-40B4-BE49-F238E27FC236}">
                <a16:creationId xmlns:a16="http://schemas.microsoft.com/office/drawing/2014/main" id="{4FAD2716-15B1-CBF2-ADE9-59C61F1D0383}"/>
              </a:ext>
            </a:extLst>
          </p:cNvPr>
          <p:cNvPicPr>
            <a:picLocks noGrp="1" noChangeAspect="1"/>
          </p:cNvPicPr>
          <p:nvPr>
            <p:ph idx="1"/>
          </p:nvPr>
        </p:nvPicPr>
        <p:blipFill>
          <a:blip r:embed="rId2"/>
          <a:stretch>
            <a:fillRect/>
          </a:stretch>
        </p:blipFill>
        <p:spPr>
          <a:xfrm>
            <a:off x="3174839" y="1658144"/>
            <a:ext cx="6089931" cy="4913264"/>
          </a:xfrm>
          <a:prstGeom prst="rect">
            <a:avLst/>
          </a:prstGeom>
        </p:spPr>
      </p:pic>
      <p:sp>
        <p:nvSpPr>
          <p:cNvPr id="4" name="Footer Placeholder 3">
            <a:extLst>
              <a:ext uri="{FF2B5EF4-FFF2-40B4-BE49-F238E27FC236}">
                <a16:creationId xmlns:a16="http://schemas.microsoft.com/office/drawing/2014/main" id="{048C02F0-AFE1-C0DC-76E9-02E75F362CBF}"/>
              </a:ext>
            </a:extLst>
          </p:cNvPr>
          <p:cNvSpPr>
            <a:spLocks noGrp="1"/>
          </p:cNvSpPr>
          <p:nvPr>
            <p:ph type="ftr" sz="quarter" idx="11"/>
          </p:nvPr>
        </p:nvSpPr>
        <p:spPr/>
        <p:txBody>
          <a:bodyPr/>
          <a:lstStyle/>
          <a:p>
            <a:r>
              <a:rPr lang="en-IN"/>
              <a:t>UNIFIED MENTOR</a:t>
            </a:r>
          </a:p>
        </p:txBody>
      </p:sp>
      <p:sp>
        <p:nvSpPr>
          <p:cNvPr id="5" name="Slide Number Placeholder 4">
            <a:extLst>
              <a:ext uri="{FF2B5EF4-FFF2-40B4-BE49-F238E27FC236}">
                <a16:creationId xmlns:a16="http://schemas.microsoft.com/office/drawing/2014/main" id="{27693468-81E0-4C80-3713-579C3862E903}"/>
              </a:ext>
            </a:extLst>
          </p:cNvPr>
          <p:cNvSpPr>
            <a:spLocks noGrp="1"/>
          </p:cNvSpPr>
          <p:nvPr>
            <p:ph type="sldNum" sz="quarter" idx="12"/>
          </p:nvPr>
        </p:nvSpPr>
        <p:spPr/>
        <p:txBody>
          <a:bodyPr/>
          <a:lstStyle/>
          <a:p>
            <a:fld id="{00F6528D-E7C2-4CAB-95DE-ECDF797428C4}" type="slidenum">
              <a:rPr lang="en-IN" smtClean="0"/>
              <a:t>21</a:t>
            </a:fld>
            <a:endParaRPr lang="en-IN"/>
          </a:p>
        </p:txBody>
      </p:sp>
    </p:spTree>
    <p:extLst>
      <p:ext uri="{BB962C8B-B14F-4D97-AF65-F5344CB8AC3E}">
        <p14:creationId xmlns:p14="http://schemas.microsoft.com/office/powerpoint/2010/main" val="12308295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BFA090-2B68-9343-DD03-E13825EDF41B}"/>
              </a:ext>
            </a:extLst>
          </p:cNvPr>
          <p:cNvSpPr>
            <a:spLocks noGrp="1"/>
          </p:cNvSpPr>
          <p:nvPr>
            <p:ph type="title"/>
          </p:nvPr>
        </p:nvSpPr>
        <p:spPr/>
        <p:txBody>
          <a:bodyPr/>
          <a:lstStyle/>
          <a:p>
            <a:r>
              <a:rPr lang="en-IN" dirty="0"/>
              <a:t>ACTUAL Vs projected rating</a:t>
            </a:r>
          </a:p>
        </p:txBody>
      </p:sp>
      <p:pic>
        <p:nvPicPr>
          <p:cNvPr id="7" name="Content Placeholder 6" descr="A graph with a red line&#10;&#10;AI-generated content may be incorrect.">
            <a:extLst>
              <a:ext uri="{FF2B5EF4-FFF2-40B4-BE49-F238E27FC236}">
                <a16:creationId xmlns:a16="http://schemas.microsoft.com/office/drawing/2014/main" id="{2AB5DC9C-8D17-8B5E-63CD-A4506442826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75422" y="2219324"/>
            <a:ext cx="5566409" cy="4638675"/>
          </a:xfrm>
        </p:spPr>
      </p:pic>
      <p:sp>
        <p:nvSpPr>
          <p:cNvPr id="4" name="Footer Placeholder 3">
            <a:extLst>
              <a:ext uri="{FF2B5EF4-FFF2-40B4-BE49-F238E27FC236}">
                <a16:creationId xmlns:a16="http://schemas.microsoft.com/office/drawing/2014/main" id="{97106BFE-8BC9-3A86-D7A6-C02078ACC4C8}"/>
              </a:ext>
            </a:extLst>
          </p:cNvPr>
          <p:cNvSpPr>
            <a:spLocks noGrp="1"/>
          </p:cNvSpPr>
          <p:nvPr>
            <p:ph type="ftr" sz="quarter" idx="11"/>
          </p:nvPr>
        </p:nvSpPr>
        <p:spPr/>
        <p:txBody>
          <a:bodyPr/>
          <a:lstStyle/>
          <a:p>
            <a:r>
              <a:rPr lang="en-IN"/>
              <a:t>UNIFIED MENTOR</a:t>
            </a:r>
          </a:p>
        </p:txBody>
      </p:sp>
      <p:sp>
        <p:nvSpPr>
          <p:cNvPr id="5" name="Slide Number Placeholder 4">
            <a:extLst>
              <a:ext uri="{FF2B5EF4-FFF2-40B4-BE49-F238E27FC236}">
                <a16:creationId xmlns:a16="http://schemas.microsoft.com/office/drawing/2014/main" id="{83B614B1-AC70-E43A-C321-394047435DDE}"/>
              </a:ext>
            </a:extLst>
          </p:cNvPr>
          <p:cNvSpPr>
            <a:spLocks noGrp="1"/>
          </p:cNvSpPr>
          <p:nvPr>
            <p:ph type="sldNum" sz="quarter" idx="12"/>
          </p:nvPr>
        </p:nvSpPr>
        <p:spPr/>
        <p:txBody>
          <a:bodyPr/>
          <a:lstStyle/>
          <a:p>
            <a:fld id="{00F6528D-E7C2-4CAB-95DE-ECDF797428C4}" type="slidenum">
              <a:rPr lang="en-IN" smtClean="0"/>
              <a:t>22</a:t>
            </a:fld>
            <a:endParaRPr lang="en-IN"/>
          </a:p>
        </p:txBody>
      </p:sp>
    </p:spTree>
    <p:extLst>
      <p:ext uri="{BB962C8B-B14F-4D97-AF65-F5344CB8AC3E}">
        <p14:creationId xmlns:p14="http://schemas.microsoft.com/office/powerpoint/2010/main" val="26511778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6715FC-AD77-6017-BB3C-0EBEFD175B6A}"/>
              </a:ext>
            </a:extLst>
          </p:cNvPr>
          <p:cNvSpPr>
            <a:spLocks noGrp="1"/>
          </p:cNvSpPr>
          <p:nvPr>
            <p:ph type="title"/>
          </p:nvPr>
        </p:nvSpPr>
        <p:spPr/>
        <p:txBody>
          <a:bodyPr/>
          <a:lstStyle/>
          <a:p>
            <a:r>
              <a:rPr lang="en-IN" dirty="0"/>
              <a:t>Statistical metrics</a:t>
            </a:r>
          </a:p>
        </p:txBody>
      </p:sp>
      <p:sp>
        <p:nvSpPr>
          <p:cNvPr id="3" name="Content Placeholder 2">
            <a:extLst>
              <a:ext uri="{FF2B5EF4-FFF2-40B4-BE49-F238E27FC236}">
                <a16:creationId xmlns:a16="http://schemas.microsoft.com/office/drawing/2014/main" id="{C7981D17-EF91-0278-1879-4BCC230717ED}"/>
              </a:ext>
            </a:extLst>
          </p:cNvPr>
          <p:cNvSpPr>
            <a:spLocks noGrp="1"/>
          </p:cNvSpPr>
          <p:nvPr>
            <p:ph idx="1"/>
          </p:nvPr>
        </p:nvSpPr>
        <p:spPr/>
        <p:txBody>
          <a:bodyPr/>
          <a:lstStyle/>
          <a:p>
            <a:endParaRPr lang="en-IN" dirty="0"/>
          </a:p>
        </p:txBody>
      </p:sp>
      <p:sp>
        <p:nvSpPr>
          <p:cNvPr id="4" name="Footer Placeholder 3">
            <a:extLst>
              <a:ext uri="{FF2B5EF4-FFF2-40B4-BE49-F238E27FC236}">
                <a16:creationId xmlns:a16="http://schemas.microsoft.com/office/drawing/2014/main" id="{E85ADA49-1843-0040-6A38-C5E211F7CCDE}"/>
              </a:ext>
            </a:extLst>
          </p:cNvPr>
          <p:cNvSpPr>
            <a:spLocks noGrp="1"/>
          </p:cNvSpPr>
          <p:nvPr>
            <p:ph type="ftr" sz="quarter" idx="11"/>
          </p:nvPr>
        </p:nvSpPr>
        <p:spPr/>
        <p:txBody>
          <a:bodyPr/>
          <a:lstStyle/>
          <a:p>
            <a:r>
              <a:rPr lang="en-IN"/>
              <a:t>UNIFIED MENTOR</a:t>
            </a:r>
          </a:p>
        </p:txBody>
      </p:sp>
      <p:sp>
        <p:nvSpPr>
          <p:cNvPr id="5" name="Slide Number Placeholder 4">
            <a:extLst>
              <a:ext uri="{FF2B5EF4-FFF2-40B4-BE49-F238E27FC236}">
                <a16:creationId xmlns:a16="http://schemas.microsoft.com/office/drawing/2014/main" id="{5AB024CF-B140-21AA-FA8E-5DAA25C15966}"/>
              </a:ext>
            </a:extLst>
          </p:cNvPr>
          <p:cNvSpPr>
            <a:spLocks noGrp="1"/>
          </p:cNvSpPr>
          <p:nvPr>
            <p:ph type="sldNum" sz="quarter" idx="12"/>
          </p:nvPr>
        </p:nvSpPr>
        <p:spPr/>
        <p:txBody>
          <a:bodyPr/>
          <a:lstStyle/>
          <a:p>
            <a:fld id="{00F6528D-E7C2-4CAB-95DE-ECDF797428C4}" type="slidenum">
              <a:rPr lang="en-IN" smtClean="0"/>
              <a:t>23</a:t>
            </a:fld>
            <a:endParaRPr lang="en-IN"/>
          </a:p>
        </p:txBody>
      </p:sp>
      <p:pic>
        <p:nvPicPr>
          <p:cNvPr id="7" name="Picture 6">
            <a:extLst>
              <a:ext uri="{FF2B5EF4-FFF2-40B4-BE49-F238E27FC236}">
                <a16:creationId xmlns:a16="http://schemas.microsoft.com/office/drawing/2014/main" id="{D5C755C6-31FA-1FFF-CDEA-23D8BECE7A99}"/>
              </a:ext>
            </a:extLst>
          </p:cNvPr>
          <p:cNvPicPr>
            <a:picLocks noChangeAspect="1"/>
          </p:cNvPicPr>
          <p:nvPr/>
        </p:nvPicPr>
        <p:blipFill>
          <a:blip r:embed="rId2"/>
          <a:stretch>
            <a:fillRect/>
          </a:stretch>
        </p:blipFill>
        <p:spPr>
          <a:xfrm>
            <a:off x="1617003" y="3209131"/>
            <a:ext cx="8537684" cy="1622426"/>
          </a:xfrm>
          <a:prstGeom prst="rect">
            <a:avLst/>
          </a:prstGeom>
        </p:spPr>
      </p:pic>
    </p:spTree>
    <p:extLst>
      <p:ext uri="{BB962C8B-B14F-4D97-AF65-F5344CB8AC3E}">
        <p14:creationId xmlns:p14="http://schemas.microsoft.com/office/powerpoint/2010/main" val="22197778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4179C1-6642-7FB8-21BF-26B93AA4C243}"/>
              </a:ext>
            </a:extLst>
          </p:cNvPr>
          <p:cNvSpPr>
            <a:spLocks noGrp="1"/>
          </p:cNvSpPr>
          <p:nvPr>
            <p:ph type="title"/>
          </p:nvPr>
        </p:nvSpPr>
        <p:spPr/>
        <p:txBody>
          <a:bodyPr/>
          <a:lstStyle/>
          <a:p>
            <a:r>
              <a:rPr lang="en-IN" dirty="0"/>
              <a:t>Top features</a:t>
            </a:r>
          </a:p>
        </p:txBody>
      </p:sp>
      <p:sp>
        <p:nvSpPr>
          <p:cNvPr id="3" name="Content Placeholder 2">
            <a:extLst>
              <a:ext uri="{FF2B5EF4-FFF2-40B4-BE49-F238E27FC236}">
                <a16:creationId xmlns:a16="http://schemas.microsoft.com/office/drawing/2014/main" id="{88502530-3385-BD6D-378A-7E0BE4CDE8DC}"/>
              </a:ext>
            </a:extLst>
          </p:cNvPr>
          <p:cNvSpPr>
            <a:spLocks noGrp="1"/>
          </p:cNvSpPr>
          <p:nvPr>
            <p:ph idx="1"/>
          </p:nvPr>
        </p:nvSpPr>
        <p:spPr/>
        <p:txBody>
          <a:bodyPr/>
          <a:lstStyle/>
          <a:p>
            <a:endParaRPr lang="en-IN"/>
          </a:p>
        </p:txBody>
      </p:sp>
      <p:sp>
        <p:nvSpPr>
          <p:cNvPr id="4" name="Footer Placeholder 3">
            <a:extLst>
              <a:ext uri="{FF2B5EF4-FFF2-40B4-BE49-F238E27FC236}">
                <a16:creationId xmlns:a16="http://schemas.microsoft.com/office/drawing/2014/main" id="{0132A5FB-1E88-2DD5-391A-88DEFDC07661}"/>
              </a:ext>
            </a:extLst>
          </p:cNvPr>
          <p:cNvSpPr>
            <a:spLocks noGrp="1"/>
          </p:cNvSpPr>
          <p:nvPr>
            <p:ph type="ftr" sz="quarter" idx="11"/>
          </p:nvPr>
        </p:nvSpPr>
        <p:spPr/>
        <p:txBody>
          <a:bodyPr/>
          <a:lstStyle/>
          <a:p>
            <a:r>
              <a:rPr lang="en-IN"/>
              <a:t>UNIFIED MENTOR</a:t>
            </a:r>
          </a:p>
        </p:txBody>
      </p:sp>
      <p:sp>
        <p:nvSpPr>
          <p:cNvPr id="5" name="Slide Number Placeholder 4">
            <a:extLst>
              <a:ext uri="{FF2B5EF4-FFF2-40B4-BE49-F238E27FC236}">
                <a16:creationId xmlns:a16="http://schemas.microsoft.com/office/drawing/2014/main" id="{CC22C020-23BE-90CD-FB64-0069E682DC58}"/>
              </a:ext>
            </a:extLst>
          </p:cNvPr>
          <p:cNvSpPr>
            <a:spLocks noGrp="1"/>
          </p:cNvSpPr>
          <p:nvPr>
            <p:ph type="sldNum" sz="quarter" idx="12"/>
          </p:nvPr>
        </p:nvSpPr>
        <p:spPr/>
        <p:txBody>
          <a:bodyPr/>
          <a:lstStyle/>
          <a:p>
            <a:fld id="{00F6528D-E7C2-4CAB-95DE-ECDF797428C4}" type="slidenum">
              <a:rPr lang="en-IN" smtClean="0"/>
              <a:t>24</a:t>
            </a:fld>
            <a:endParaRPr lang="en-IN"/>
          </a:p>
        </p:txBody>
      </p:sp>
      <p:pic>
        <p:nvPicPr>
          <p:cNvPr id="7" name="Picture 6">
            <a:extLst>
              <a:ext uri="{FF2B5EF4-FFF2-40B4-BE49-F238E27FC236}">
                <a16:creationId xmlns:a16="http://schemas.microsoft.com/office/drawing/2014/main" id="{48192724-A210-F0A4-23E9-D3E9B58ECCBC}"/>
              </a:ext>
            </a:extLst>
          </p:cNvPr>
          <p:cNvPicPr>
            <a:picLocks noChangeAspect="1"/>
          </p:cNvPicPr>
          <p:nvPr/>
        </p:nvPicPr>
        <p:blipFill>
          <a:blip r:embed="rId2"/>
          <a:stretch>
            <a:fillRect/>
          </a:stretch>
        </p:blipFill>
        <p:spPr>
          <a:xfrm>
            <a:off x="4531293" y="99204"/>
            <a:ext cx="2714896" cy="6767755"/>
          </a:xfrm>
          <a:prstGeom prst="rect">
            <a:avLst/>
          </a:prstGeom>
        </p:spPr>
      </p:pic>
    </p:spTree>
    <p:extLst>
      <p:ext uri="{BB962C8B-B14F-4D97-AF65-F5344CB8AC3E}">
        <p14:creationId xmlns:p14="http://schemas.microsoft.com/office/powerpoint/2010/main" val="9427850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84E390-DCCA-442C-90E6-B20FF6B54527}"/>
              </a:ext>
            </a:extLst>
          </p:cNvPr>
          <p:cNvSpPr>
            <a:spLocks noGrp="1"/>
          </p:cNvSpPr>
          <p:nvPr>
            <p:ph type="title"/>
          </p:nvPr>
        </p:nvSpPr>
        <p:spPr/>
        <p:txBody>
          <a:bodyPr/>
          <a:lstStyle/>
          <a:p>
            <a:r>
              <a:rPr lang="en-IN" dirty="0"/>
              <a:t>Machine learning analysis with </a:t>
            </a:r>
            <a:r>
              <a:rPr lang="en-IN" dirty="0" err="1"/>
              <a:t>lightgbm</a:t>
            </a:r>
            <a:endParaRPr lang="en-IN" dirty="0"/>
          </a:p>
        </p:txBody>
      </p:sp>
      <p:sp>
        <p:nvSpPr>
          <p:cNvPr id="3" name="Content Placeholder 2">
            <a:extLst>
              <a:ext uri="{FF2B5EF4-FFF2-40B4-BE49-F238E27FC236}">
                <a16:creationId xmlns:a16="http://schemas.microsoft.com/office/drawing/2014/main" id="{93BE9ABE-E125-DB95-02FD-C1E3534C27A0}"/>
              </a:ext>
            </a:extLst>
          </p:cNvPr>
          <p:cNvSpPr>
            <a:spLocks noGrp="1"/>
          </p:cNvSpPr>
          <p:nvPr>
            <p:ph idx="1"/>
          </p:nvPr>
        </p:nvSpPr>
        <p:spPr/>
        <p:txBody>
          <a:bodyPr/>
          <a:lstStyle/>
          <a:p>
            <a:endParaRPr lang="en-IN"/>
          </a:p>
        </p:txBody>
      </p:sp>
      <p:sp>
        <p:nvSpPr>
          <p:cNvPr id="4" name="Footer Placeholder 3">
            <a:extLst>
              <a:ext uri="{FF2B5EF4-FFF2-40B4-BE49-F238E27FC236}">
                <a16:creationId xmlns:a16="http://schemas.microsoft.com/office/drawing/2014/main" id="{3F0C4841-A9E4-9C5B-2F4A-5D81740F8ADD}"/>
              </a:ext>
            </a:extLst>
          </p:cNvPr>
          <p:cNvSpPr>
            <a:spLocks noGrp="1"/>
          </p:cNvSpPr>
          <p:nvPr>
            <p:ph type="ftr" sz="quarter" idx="11"/>
          </p:nvPr>
        </p:nvSpPr>
        <p:spPr/>
        <p:txBody>
          <a:bodyPr/>
          <a:lstStyle/>
          <a:p>
            <a:r>
              <a:rPr lang="en-IN"/>
              <a:t>UNIFIED MENTOR</a:t>
            </a:r>
          </a:p>
        </p:txBody>
      </p:sp>
      <p:sp>
        <p:nvSpPr>
          <p:cNvPr id="5" name="Slide Number Placeholder 4">
            <a:extLst>
              <a:ext uri="{FF2B5EF4-FFF2-40B4-BE49-F238E27FC236}">
                <a16:creationId xmlns:a16="http://schemas.microsoft.com/office/drawing/2014/main" id="{55712A75-9EBC-382F-4599-578B2334A7FB}"/>
              </a:ext>
            </a:extLst>
          </p:cNvPr>
          <p:cNvSpPr>
            <a:spLocks noGrp="1"/>
          </p:cNvSpPr>
          <p:nvPr>
            <p:ph type="sldNum" sz="quarter" idx="12"/>
          </p:nvPr>
        </p:nvSpPr>
        <p:spPr/>
        <p:txBody>
          <a:bodyPr/>
          <a:lstStyle/>
          <a:p>
            <a:fld id="{00F6528D-E7C2-4CAB-95DE-ECDF797428C4}" type="slidenum">
              <a:rPr lang="en-IN" smtClean="0"/>
              <a:t>25</a:t>
            </a:fld>
            <a:endParaRPr lang="en-IN"/>
          </a:p>
        </p:txBody>
      </p:sp>
      <p:pic>
        <p:nvPicPr>
          <p:cNvPr id="7" name="Picture 6">
            <a:extLst>
              <a:ext uri="{FF2B5EF4-FFF2-40B4-BE49-F238E27FC236}">
                <a16:creationId xmlns:a16="http://schemas.microsoft.com/office/drawing/2014/main" id="{88B04ED0-56A5-567B-86E7-0C74BF1CA35A}"/>
              </a:ext>
            </a:extLst>
          </p:cNvPr>
          <p:cNvPicPr>
            <a:picLocks noChangeAspect="1"/>
          </p:cNvPicPr>
          <p:nvPr/>
        </p:nvPicPr>
        <p:blipFill>
          <a:blip r:embed="rId2"/>
          <a:stretch>
            <a:fillRect/>
          </a:stretch>
        </p:blipFill>
        <p:spPr>
          <a:xfrm>
            <a:off x="1141411" y="2249487"/>
            <a:ext cx="10835958" cy="3541714"/>
          </a:xfrm>
          <a:prstGeom prst="rect">
            <a:avLst/>
          </a:prstGeom>
        </p:spPr>
      </p:pic>
    </p:spTree>
    <p:extLst>
      <p:ext uri="{BB962C8B-B14F-4D97-AF65-F5344CB8AC3E}">
        <p14:creationId xmlns:p14="http://schemas.microsoft.com/office/powerpoint/2010/main" val="41006328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B9B7F101-FB5B-70D7-DEB3-746F74F056B3}"/>
              </a:ext>
            </a:extLst>
          </p:cNvPr>
          <p:cNvSpPr>
            <a:spLocks noGrp="1"/>
          </p:cNvSpPr>
          <p:nvPr>
            <p:ph type="ftr" sz="quarter" idx="11"/>
          </p:nvPr>
        </p:nvSpPr>
        <p:spPr/>
        <p:txBody>
          <a:bodyPr/>
          <a:lstStyle/>
          <a:p>
            <a:r>
              <a:rPr lang="en-IN"/>
              <a:t>UNIFIED MENTOR</a:t>
            </a:r>
          </a:p>
        </p:txBody>
      </p:sp>
      <p:sp>
        <p:nvSpPr>
          <p:cNvPr id="5" name="Slide Number Placeholder 4">
            <a:extLst>
              <a:ext uri="{FF2B5EF4-FFF2-40B4-BE49-F238E27FC236}">
                <a16:creationId xmlns:a16="http://schemas.microsoft.com/office/drawing/2014/main" id="{D86E7979-B8E1-105D-E228-D8EAFCE5D278}"/>
              </a:ext>
            </a:extLst>
          </p:cNvPr>
          <p:cNvSpPr>
            <a:spLocks noGrp="1"/>
          </p:cNvSpPr>
          <p:nvPr>
            <p:ph type="sldNum" sz="quarter" idx="12"/>
          </p:nvPr>
        </p:nvSpPr>
        <p:spPr/>
        <p:txBody>
          <a:bodyPr/>
          <a:lstStyle/>
          <a:p>
            <a:fld id="{00F6528D-E7C2-4CAB-95DE-ECDF797428C4}" type="slidenum">
              <a:rPr lang="en-IN" smtClean="0"/>
              <a:t>26</a:t>
            </a:fld>
            <a:endParaRPr lang="en-IN"/>
          </a:p>
        </p:txBody>
      </p:sp>
      <p:sp>
        <p:nvSpPr>
          <p:cNvPr id="7" name="TextBox 6">
            <a:extLst>
              <a:ext uri="{FF2B5EF4-FFF2-40B4-BE49-F238E27FC236}">
                <a16:creationId xmlns:a16="http://schemas.microsoft.com/office/drawing/2014/main" id="{190DAD34-770B-3087-BDE8-2B4108DFCEA8}"/>
              </a:ext>
            </a:extLst>
          </p:cNvPr>
          <p:cNvSpPr txBox="1"/>
          <p:nvPr/>
        </p:nvSpPr>
        <p:spPr>
          <a:xfrm>
            <a:off x="379562" y="-159306"/>
            <a:ext cx="11507638" cy="7017306"/>
          </a:xfrm>
          <a:prstGeom prst="rect">
            <a:avLst/>
          </a:prstGeom>
          <a:noFill/>
        </p:spPr>
        <p:txBody>
          <a:bodyPr wrap="square">
            <a:spAutoFit/>
          </a:bodyPr>
          <a:lstStyle/>
          <a:p>
            <a:pPr algn="l">
              <a:buNone/>
            </a:pPr>
            <a:r>
              <a:rPr lang="en-IN" b="0" i="0" dirty="0">
                <a:solidFill>
                  <a:srgbClr val="F6F6F4"/>
                </a:solidFill>
                <a:effectLst/>
                <a:latin typeface="Consolas" panose="020B0609020204030204" pitchFamily="49" charset="0"/>
              </a:rPr>
              <a:t>Predicted rating: 7.422779624301415 </a:t>
            </a:r>
          </a:p>
          <a:p>
            <a:pPr algn="l">
              <a:buNone/>
            </a:pPr>
            <a:r>
              <a:rPr lang="en-IN" b="0" i="0" dirty="0">
                <a:solidFill>
                  <a:srgbClr val="3794FF"/>
                </a:solidFill>
                <a:effectLst/>
                <a:latin typeface="Consolas" panose="020B0609020204030204" pitchFamily="49" charset="0"/>
                <a:hlinkClick r:id="rId2"/>
              </a:rPr>
              <a:t>c:\Users\kkhus\AppData\Local\Programs\Python\Python313\Lib\site-packages\sklearn\base.py:442</a:t>
            </a:r>
            <a:r>
              <a:rPr lang="en-IN" b="0" i="0" dirty="0">
                <a:solidFill>
                  <a:srgbClr val="F6F6F4"/>
                </a:solidFill>
                <a:effectLst/>
                <a:latin typeface="Consolas" panose="020B0609020204030204" pitchFamily="49" charset="0"/>
              </a:rPr>
              <a:t>: </a:t>
            </a:r>
            <a:r>
              <a:rPr lang="en-IN" b="0" i="0" dirty="0" err="1">
                <a:solidFill>
                  <a:srgbClr val="F6F6F4"/>
                </a:solidFill>
                <a:effectLst/>
                <a:latin typeface="Consolas" panose="020B0609020204030204" pitchFamily="49" charset="0"/>
              </a:rPr>
              <a:t>InconsistentVersionWarning</a:t>
            </a:r>
            <a:r>
              <a:rPr lang="en-IN" b="0" i="0" dirty="0">
                <a:solidFill>
                  <a:srgbClr val="F6F6F4"/>
                </a:solidFill>
                <a:effectLst/>
                <a:latin typeface="Consolas" panose="020B0609020204030204" pitchFamily="49" charset="0"/>
              </a:rPr>
              <a:t>: Trying to unpickle estimator </a:t>
            </a:r>
            <a:r>
              <a:rPr lang="en-IN" b="0" i="0" dirty="0" err="1">
                <a:solidFill>
                  <a:srgbClr val="F6F6F4"/>
                </a:solidFill>
                <a:effectLst/>
                <a:latin typeface="Consolas" panose="020B0609020204030204" pitchFamily="49" charset="0"/>
              </a:rPr>
              <a:t>TfidfTransformer</a:t>
            </a:r>
            <a:r>
              <a:rPr lang="en-IN" b="0" i="0" dirty="0">
                <a:solidFill>
                  <a:srgbClr val="F6F6F4"/>
                </a:solidFill>
                <a:effectLst/>
                <a:latin typeface="Consolas" panose="020B0609020204030204" pitchFamily="49" charset="0"/>
              </a:rPr>
              <a:t> from version 1.1.3 when using version 1.7.2. This might lead to breaking code or invalid results. Use at your own risk. For more info please refer to: </a:t>
            </a:r>
            <a:r>
              <a:rPr lang="en-IN" b="0" i="0" dirty="0">
                <a:solidFill>
                  <a:srgbClr val="3794FF"/>
                </a:solidFill>
                <a:effectLst/>
                <a:latin typeface="Consolas" panose="020B0609020204030204" pitchFamily="49" charset="0"/>
                <a:hlinkClick r:id="rId3"/>
              </a:rPr>
              <a:t>https://scikit-learn.org/stable/model_persistence.html#security-maintainability-limitations</a:t>
            </a:r>
            <a:r>
              <a:rPr lang="en-IN" b="0" i="0" dirty="0">
                <a:solidFill>
                  <a:srgbClr val="F6F6F4"/>
                </a:solidFill>
                <a:effectLst/>
                <a:latin typeface="Consolas" panose="020B0609020204030204" pitchFamily="49" charset="0"/>
              </a:rPr>
              <a:t> </a:t>
            </a:r>
            <a:r>
              <a:rPr lang="en-IN" b="0" i="0" dirty="0" err="1">
                <a:solidFill>
                  <a:srgbClr val="F6F6F4"/>
                </a:solidFill>
                <a:effectLst/>
                <a:latin typeface="Consolas" panose="020B0609020204030204" pitchFamily="49" charset="0"/>
              </a:rPr>
              <a:t>warnings.warn</a:t>
            </a:r>
            <a:r>
              <a:rPr lang="en-IN" b="0" i="0" dirty="0">
                <a:solidFill>
                  <a:srgbClr val="F6F6F4"/>
                </a:solidFill>
                <a:effectLst/>
                <a:latin typeface="Consolas" panose="020B0609020204030204" pitchFamily="49" charset="0"/>
              </a:rPr>
              <a:t>( </a:t>
            </a:r>
            <a:r>
              <a:rPr lang="en-IN" b="0" i="0" dirty="0">
                <a:solidFill>
                  <a:srgbClr val="3794FF"/>
                </a:solidFill>
                <a:effectLst/>
                <a:latin typeface="Consolas" panose="020B0609020204030204" pitchFamily="49" charset="0"/>
                <a:hlinkClick r:id="rId2"/>
              </a:rPr>
              <a:t>c:\Users\kkhus\AppData\Local\Programs\Python\Python313\Lib\site-packages\sklearn\base.py:442</a:t>
            </a:r>
            <a:r>
              <a:rPr lang="en-IN" b="0" i="0" dirty="0">
                <a:solidFill>
                  <a:srgbClr val="F6F6F4"/>
                </a:solidFill>
                <a:effectLst/>
                <a:latin typeface="Consolas" panose="020B0609020204030204" pitchFamily="49" charset="0"/>
              </a:rPr>
              <a:t>: </a:t>
            </a:r>
            <a:r>
              <a:rPr lang="en-IN" b="0" i="0" dirty="0" err="1">
                <a:solidFill>
                  <a:srgbClr val="F6F6F4"/>
                </a:solidFill>
                <a:effectLst/>
                <a:latin typeface="Consolas" panose="020B0609020204030204" pitchFamily="49" charset="0"/>
              </a:rPr>
              <a:t>InconsistentVersionWarning</a:t>
            </a:r>
            <a:r>
              <a:rPr lang="en-IN" b="0" i="0" dirty="0">
                <a:solidFill>
                  <a:srgbClr val="F6F6F4"/>
                </a:solidFill>
                <a:effectLst/>
                <a:latin typeface="Consolas" panose="020B0609020204030204" pitchFamily="49" charset="0"/>
              </a:rPr>
              <a:t>: Trying to unpickle estimator </a:t>
            </a:r>
            <a:r>
              <a:rPr lang="en-IN" b="0" i="0" dirty="0" err="1">
                <a:solidFill>
                  <a:srgbClr val="F6F6F4"/>
                </a:solidFill>
                <a:effectLst/>
                <a:latin typeface="Consolas" panose="020B0609020204030204" pitchFamily="49" charset="0"/>
              </a:rPr>
              <a:t>TfidfVectorizer</a:t>
            </a:r>
            <a:r>
              <a:rPr lang="en-IN" b="0" i="0" dirty="0">
                <a:solidFill>
                  <a:srgbClr val="F6F6F4"/>
                </a:solidFill>
                <a:effectLst/>
                <a:latin typeface="Consolas" panose="020B0609020204030204" pitchFamily="49" charset="0"/>
              </a:rPr>
              <a:t> from version 1.1.3 when using version 1.7.2. This might lead to breaking code or invalid results. Use at your own risk. For more info please refer to: </a:t>
            </a:r>
            <a:r>
              <a:rPr lang="en-IN" b="0" i="0" dirty="0">
                <a:solidFill>
                  <a:srgbClr val="3794FF"/>
                </a:solidFill>
                <a:effectLst/>
                <a:latin typeface="Consolas" panose="020B0609020204030204" pitchFamily="49" charset="0"/>
                <a:hlinkClick r:id="rId3"/>
              </a:rPr>
              <a:t>https://scikit-learn.org/stable/model_persistence.html#security-maintainability-limitations</a:t>
            </a:r>
            <a:r>
              <a:rPr lang="en-IN" b="0" i="0" dirty="0">
                <a:solidFill>
                  <a:srgbClr val="F6F6F4"/>
                </a:solidFill>
                <a:effectLst/>
                <a:latin typeface="Consolas" panose="020B0609020204030204" pitchFamily="49" charset="0"/>
              </a:rPr>
              <a:t> </a:t>
            </a:r>
            <a:r>
              <a:rPr lang="en-IN" b="0" i="0" dirty="0" err="1">
                <a:solidFill>
                  <a:srgbClr val="F6F6F4"/>
                </a:solidFill>
                <a:effectLst/>
                <a:latin typeface="Consolas" panose="020B0609020204030204" pitchFamily="49" charset="0"/>
              </a:rPr>
              <a:t>warnings.warn</a:t>
            </a:r>
            <a:r>
              <a:rPr lang="en-IN" b="0" i="0" dirty="0">
                <a:solidFill>
                  <a:srgbClr val="F6F6F4"/>
                </a:solidFill>
                <a:effectLst/>
                <a:latin typeface="Consolas" panose="020B0609020204030204" pitchFamily="49" charset="0"/>
              </a:rPr>
              <a:t>( </a:t>
            </a:r>
            <a:r>
              <a:rPr lang="en-IN" b="0" i="0" dirty="0">
                <a:solidFill>
                  <a:srgbClr val="3794FF"/>
                </a:solidFill>
                <a:effectLst/>
                <a:latin typeface="Consolas" panose="020B0609020204030204" pitchFamily="49" charset="0"/>
                <a:hlinkClick r:id="rId2"/>
              </a:rPr>
              <a:t>c:\Users\kkhus\AppData\Local\Programs\Python\Python313\Lib\site-packages\sklearn\base.py:442</a:t>
            </a:r>
            <a:r>
              <a:rPr lang="en-IN" b="0" i="0" dirty="0">
                <a:solidFill>
                  <a:srgbClr val="F6F6F4"/>
                </a:solidFill>
                <a:effectLst/>
                <a:latin typeface="Consolas" panose="020B0609020204030204" pitchFamily="49" charset="0"/>
              </a:rPr>
              <a:t>: </a:t>
            </a:r>
            <a:r>
              <a:rPr lang="en-IN" b="0" i="0" dirty="0" err="1">
                <a:solidFill>
                  <a:srgbClr val="F6F6F4"/>
                </a:solidFill>
                <a:effectLst/>
                <a:latin typeface="Consolas" panose="020B0609020204030204" pitchFamily="49" charset="0"/>
              </a:rPr>
              <a:t>InconsistentVersionWarning</a:t>
            </a:r>
            <a:r>
              <a:rPr lang="en-IN" b="0" i="0" dirty="0">
                <a:solidFill>
                  <a:srgbClr val="F6F6F4"/>
                </a:solidFill>
                <a:effectLst/>
                <a:latin typeface="Consolas" panose="020B0609020204030204" pitchFamily="49" charset="0"/>
              </a:rPr>
              <a:t>: Trying to unpickle estimator </a:t>
            </a:r>
            <a:r>
              <a:rPr lang="en-IN" b="0" i="0" dirty="0" err="1">
                <a:solidFill>
                  <a:srgbClr val="F6F6F4"/>
                </a:solidFill>
                <a:effectLst/>
                <a:latin typeface="Consolas" panose="020B0609020204030204" pitchFamily="49" charset="0"/>
              </a:rPr>
              <a:t>StandardScaler</a:t>
            </a:r>
            <a:r>
              <a:rPr lang="en-IN" b="0" i="0" dirty="0">
                <a:solidFill>
                  <a:srgbClr val="F6F6F4"/>
                </a:solidFill>
                <a:effectLst/>
                <a:latin typeface="Consolas" panose="020B0609020204030204" pitchFamily="49" charset="0"/>
              </a:rPr>
              <a:t> from version 1.1.3 when using version 1.7.2. This might lead to breaking code or invalid results. Use at your own risk. For more info please refer to: </a:t>
            </a:r>
            <a:r>
              <a:rPr lang="en-IN" b="0" i="0" dirty="0">
                <a:solidFill>
                  <a:srgbClr val="3794FF"/>
                </a:solidFill>
                <a:effectLst/>
                <a:latin typeface="Consolas" panose="020B0609020204030204" pitchFamily="49" charset="0"/>
                <a:hlinkClick r:id="rId3"/>
              </a:rPr>
              <a:t>https://scikit-learn.org/stable/model_persistence.html#security-maintainability-limitations</a:t>
            </a:r>
            <a:r>
              <a:rPr lang="en-IN" b="0" i="0" dirty="0">
                <a:solidFill>
                  <a:srgbClr val="F6F6F4"/>
                </a:solidFill>
                <a:effectLst/>
                <a:latin typeface="Consolas" panose="020B0609020204030204" pitchFamily="49" charset="0"/>
              </a:rPr>
              <a:t> </a:t>
            </a:r>
            <a:r>
              <a:rPr lang="en-IN" b="0" i="0" dirty="0" err="1">
                <a:solidFill>
                  <a:srgbClr val="F6F6F4"/>
                </a:solidFill>
                <a:effectLst/>
                <a:latin typeface="Consolas" panose="020B0609020204030204" pitchFamily="49" charset="0"/>
              </a:rPr>
              <a:t>warnings.warn</a:t>
            </a:r>
            <a:r>
              <a:rPr lang="en-IN" b="0" i="0" dirty="0">
                <a:solidFill>
                  <a:srgbClr val="F6F6F4"/>
                </a:solidFill>
                <a:effectLst/>
                <a:latin typeface="Consolas" panose="020B0609020204030204" pitchFamily="49" charset="0"/>
              </a:rPr>
              <a:t>( </a:t>
            </a:r>
            <a:r>
              <a:rPr lang="en-IN" b="0" i="0" dirty="0">
                <a:solidFill>
                  <a:srgbClr val="3794FF"/>
                </a:solidFill>
                <a:effectLst/>
                <a:latin typeface="Consolas" panose="020B0609020204030204" pitchFamily="49" charset="0"/>
                <a:hlinkClick r:id="rId4"/>
              </a:rPr>
              <a:t>c:\Users\kkhus\AppData\Local\Programs\Python\Python313\Lib\site-packages\sklearn\utils\validation.py:2749</a:t>
            </a:r>
            <a:r>
              <a:rPr lang="en-IN" b="0" i="0" dirty="0">
                <a:solidFill>
                  <a:srgbClr val="F6F6F4"/>
                </a:solidFill>
                <a:effectLst/>
                <a:latin typeface="Consolas" panose="020B0609020204030204" pitchFamily="49" charset="0"/>
              </a:rPr>
              <a:t>: </a:t>
            </a:r>
            <a:r>
              <a:rPr lang="en-IN" b="0" i="0" dirty="0" err="1">
                <a:solidFill>
                  <a:srgbClr val="F6F6F4"/>
                </a:solidFill>
                <a:effectLst/>
                <a:latin typeface="Consolas" panose="020B0609020204030204" pitchFamily="49" charset="0"/>
              </a:rPr>
              <a:t>UserWarning</a:t>
            </a:r>
            <a:r>
              <a:rPr lang="en-IN" b="0" i="0" dirty="0">
                <a:solidFill>
                  <a:srgbClr val="F6F6F4"/>
                </a:solidFill>
                <a:effectLst/>
                <a:latin typeface="Consolas" panose="020B0609020204030204" pitchFamily="49" charset="0"/>
              </a:rPr>
              <a:t>: X does not have valid feature names, but </a:t>
            </a:r>
            <a:r>
              <a:rPr lang="en-IN" b="0" i="0" dirty="0" err="1">
                <a:solidFill>
                  <a:srgbClr val="F6F6F4"/>
                </a:solidFill>
                <a:effectLst/>
                <a:latin typeface="Consolas" panose="020B0609020204030204" pitchFamily="49" charset="0"/>
              </a:rPr>
              <a:t>LGBMRegressor</a:t>
            </a:r>
            <a:r>
              <a:rPr lang="en-IN" b="0" i="0" dirty="0">
                <a:solidFill>
                  <a:srgbClr val="F6F6F4"/>
                </a:solidFill>
                <a:effectLst/>
                <a:latin typeface="Consolas" panose="020B0609020204030204" pitchFamily="49" charset="0"/>
              </a:rPr>
              <a:t> was fitted with feature names </a:t>
            </a:r>
            <a:r>
              <a:rPr lang="en-IN" b="0" i="0" dirty="0" err="1">
                <a:solidFill>
                  <a:srgbClr val="F6F6F4"/>
                </a:solidFill>
                <a:effectLst/>
                <a:latin typeface="Consolas" panose="020B0609020204030204" pitchFamily="49" charset="0"/>
              </a:rPr>
              <a:t>warnings.warn</a:t>
            </a:r>
            <a:r>
              <a:rPr lang="en-IN" b="0" i="0" dirty="0">
                <a:solidFill>
                  <a:srgbClr val="F6F6F4"/>
                </a:solidFill>
                <a:effectLst/>
                <a:latin typeface="Consolas" panose="020B0609020204030204" pitchFamily="49" charset="0"/>
              </a:rPr>
              <a:t>( </a:t>
            </a:r>
            <a:r>
              <a:rPr lang="en-IN" b="0" i="0" dirty="0">
                <a:solidFill>
                  <a:srgbClr val="3794FF"/>
                </a:solidFill>
                <a:effectLst/>
                <a:latin typeface="Consolas" panose="020B0609020204030204" pitchFamily="49" charset="0"/>
                <a:hlinkClick r:id="rId5"/>
              </a:rPr>
              <a:t>c:\Users\kkhus\AppData\Local\Programs\Python\Python313\Lib\site-packages\lightgbm\basic.py:1238</a:t>
            </a:r>
            <a:r>
              <a:rPr lang="en-IN" b="0" i="0" dirty="0">
                <a:solidFill>
                  <a:srgbClr val="F6F6F4"/>
                </a:solidFill>
                <a:effectLst/>
                <a:latin typeface="Consolas" panose="020B0609020204030204" pitchFamily="49" charset="0"/>
              </a:rPr>
              <a:t>: </a:t>
            </a:r>
            <a:r>
              <a:rPr lang="en-IN" b="0" i="0" dirty="0" err="1">
                <a:solidFill>
                  <a:srgbClr val="F6F6F4"/>
                </a:solidFill>
                <a:effectLst/>
                <a:latin typeface="Consolas" panose="020B0609020204030204" pitchFamily="49" charset="0"/>
              </a:rPr>
              <a:t>UserWarning</a:t>
            </a:r>
            <a:r>
              <a:rPr lang="en-IN" b="0" i="0" dirty="0">
                <a:solidFill>
                  <a:srgbClr val="F6F6F4"/>
                </a:solidFill>
                <a:effectLst/>
                <a:latin typeface="Consolas" panose="020B0609020204030204" pitchFamily="49" charset="0"/>
              </a:rPr>
              <a:t>: Converting data to </a:t>
            </a:r>
            <a:r>
              <a:rPr lang="en-IN" b="0" i="0" dirty="0" err="1">
                <a:solidFill>
                  <a:srgbClr val="F6F6F4"/>
                </a:solidFill>
                <a:effectLst/>
                <a:latin typeface="Consolas" panose="020B0609020204030204" pitchFamily="49" charset="0"/>
              </a:rPr>
              <a:t>scipy</a:t>
            </a:r>
            <a:r>
              <a:rPr lang="en-IN" b="0" i="0" dirty="0">
                <a:solidFill>
                  <a:srgbClr val="F6F6F4"/>
                </a:solidFill>
                <a:effectLst/>
                <a:latin typeface="Consolas" panose="020B0609020204030204" pitchFamily="49" charset="0"/>
              </a:rPr>
              <a:t> sparse matrix. _</a:t>
            </a:r>
            <a:r>
              <a:rPr lang="en-IN" b="0" i="0" dirty="0" err="1">
                <a:solidFill>
                  <a:srgbClr val="F6F6F4"/>
                </a:solidFill>
                <a:effectLst/>
                <a:latin typeface="Consolas" panose="020B0609020204030204" pitchFamily="49" charset="0"/>
              </a:rPr>
              <a:t>log_warning</a:t>
            </a:r>
            <a:r>
              <a:rPr lang="en-IN" b="0" i="0" dirty="0">
                <a:solidFill>
                  <a:srgbClr val="F6F6F4"/>
                </a:solidFill>
                <a:effectLst/>
                <a:latin typeface="Consolas" panose="020B0609020204030204" pitchFamily="49" charset="0"/>
              </a:rPr>
              <a:t>("Converting data to </a:t>
            </a:r>
            <a:r>
              <a:rPr lang="en-IN" b="0" i="0" dirty="0" err="1">
                <a:solidFill>
                  <a:srgbClr val="F6F6F4"/>
                </a:solidFill>
                <a:effectLst/>
                <a:latin typeface="Consolas" panose="020B0609020204030204" pitchFamily="49" charset="0"/>
              </a:rPr>
              <a:t>scipy</a:t>
            </a:r>
            <a:r>
              <a:rPr lang="en-IN" b="0" i="0" dirty="0">
                <a:solidFill>
                  <a:srgbClr val="F6F6F4"/>
                </a:solidFill>
                <a:effectLst/>
                <a:latin typeface="Consolas" panose="020B0609020204030204" pitchFamily="49" charset="0"/>
              </a:rPr>
              <a:t> sparse matrix.")s</a:t>
            </a:r>
          </a:p>
        </p:txBody>
      </p:sp>
    </p:spTree>
    <p:extLst>
      <p:ext uri="{BB962C8B-B14F-4D97-AF65-F5344CB8AC3E}">
        <p14:creationId xmlns:p14="http://schemas.microsoft.com/office/powerpoint/2010/main" val="278494966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563C11-2BBA-9DFF-320A-A9374968095E}"/>
              </a:ext>
            </a:extLst>
          </p:cNvPr>
          <p:cNvSpPr>
            <a:spLocks noGrp="1"/>
          </p:cNvSpPr>
          <p:nvPr>
            <p:ph type="title"/>
          </p:nvPr>
        </p:nvSpPr>
        <p:spPr/>
        <p:txBody>
          <a:bodyPr/>
          <a:lstStyle/>
          <a:p>
            <a:r>
              <a:rPr lang="en-IN" dirty="0" err="1"/>
              <a:t>LightGBM</a:t>
            </a:r>
            <a:r>
              <a:rPr lang="en-IN" dirty="0"/>
              <a:t>: actual VS predicted rating</a:t>
            </a:r>
          </a:p>
        </p:txBody>
      </p:sp>
      <p:pic>
        <p:nvPicPr>
          <p:cNvPr id="7" name="Content Placeholder 6" descr="A graph with a red line&#10;&#10;AI-generated content may be incorrect.">
            <a:extLst>
              <a:ext uri="{FF2B5EF4-FFF2-40B4-BE49-F238E27FC236}">
                <a16:creationId xmlns:a16="http://schemas.microsoft.com/office/drawing/2014/main" id="{CF149B01-CF58-CDCA-9F2D-7B7C526CE22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969386" y="2249488"/>
            <a:ext cx="4250054" cy="3541712"/>
          </a:xfrm>
        </p:spPr>
      </p:pic>
      <p:sp>
        <p:nvSpPr>
          <p:cNvPr id="4" name="Footer Placeholder 3">
            <a:extLst>
              <a:ext uri="{FF2B5EF4-FFF2-40B4-BE49-F238E27FC236}">
                <a16:creationId xmlns:a16="http://schemas.microsoft.com/office/drawing/2014/main" id="{AE97C8D0-C8C1-F8B4-D00C-85AB523500A7}"/>
              </a:ext>
            </a:extLst>
          </p:cNvPr>
          <p:cNvSpPr>
            <a:spLocks noGrp="1"/>
          </p:cNvSpPr>
          <p:nvPr>
            <p:ph type="ftr" sz="quarter" idx="11"/>
          </p:nvPr>
        </p:nvSpPr>
        <p:spPr/>
        <p:txBody>
          <a:bodyPr/>
          <a:lstStyle/>
          <a:p>
            <a:r>
              <a:rPr lang="en-IN"/>
              <a:t>UNIFIED MENTOR</a:t>
            </a:r>
          </a:p>
        </p:txBody>
      </p:sp>
      <p:sp>
        <p:nvSpPr>
          <p:cNvPr id="5" name="Slide Number Placeholder 4">
            <a:extLst>
              <a:ext uri="{FF2B5EF4-FFF2-40B4-BE49-F238E27FC236}">
                <a16:creationId xmlns:a16="http://schemas.microsoft.com/office/drawing/2014/main" id="{1695A885-6085-86F2-3899-7E48B7ECF74F}"/>
              </a:ext>
            </a:extLst>
          </p:cNvPr>
          <p:cNvSpPr>
            <a:spLocks noGrp="1"/>
          </p:cNvSpPr>
          <p:nvPr>
            <p:ph type="sldNum" sz="quarter" idx="12"/>
          </p:nvPr>
        </p:nvSpPr>
        <p:spPr/>
        <p:txBody>
          <a:bodyPr/>
          <a:lstStyle/>
          <a:p>
            <a:fld id="{00F6528D-E7C2-4CAB-95DE-ECDF797428C4}" type="slidenum">
              <a:rPr lang="en-IN" smtClean="0"/>
              <a:t>27</a:t>
            </a:fld>
            <a:endParaRPr lang="en-IN"/>
          </a:p>
        </p:txBody>
      </p:sp>
    </p:spTree>
    <p:extLst>
      <p:ext uri="{BB962C8B-B14F-4D97-AF65-F5344CB8AC3E}">
        <p14:creationId xmlns:p14="http://schemas.microsoft.com/office/powerpoint/2010/main" val="13296760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BE4854-80EC-9798-3111-EFB791A101FA}"/>
              </a:ext>
            </a:extLst>
          </p:cNvPr>
          <p:cNvSpPr>
            <a:spLocks noGrp="1"/>
          </p:cNvSpPr>
          <p:nvPr>
            <p:ph type="title"/>
          </p:nvPr>
        </p:nvSpPr>
        <p:spPr/>
        <p:txBody>
          <a:bodyPr/>
          <a:lstStyle/>
          <a:p>
            <a:r>
              <a:rPr lang="en-IN" dirty="0" err="1"/>
              <a:t>Lightgbm</a:t>
            </a:r>
            <a:r>
              <a:rPr lang="en-IN" dirty="0"/>
              <a:t> top features</a:t>
            </a:r>
          </a:p>
        </p:txBody>
      </p:sp>
      <p:sp>
        <p:nvSpPr>
          <p:cNvPr id="4" name="Footer Placeholder 3">
            <a:extLst>
              <a:ext uri="{FF2B5EF4-FFF2-40B4-BE49-F238E27FC236}">
                <a16:creationId xmlns:a16="http://schemas.microsoft.com/office/drawing/2014/main" id="{EC2698FC-4739-BCD2-483A-4DB9073DD210}"/>
              </a:ext>
            </a:extLst>
          </p:cNvPr>
          <p:cNvSpPr>
            <a:spLocks noGrp="1"/>
          </p:cNvSpPr>
          <p:nvPr>
            <p:ph type="ftr" sz="quarter" idx="11"/>
          </p:nvPr>
        </p:nvSpPr>
        <p:spPr/>
        <p:txBody>
          <a:bodyPr/>
          <a:lstStyle/>
          <a:p>
            <a:r>
              <a:rPr lang="en-IN"/>
              <a:t>UNIFIED MENTOR</a:t>
            </a:r>
          </a:p>
        </p:txBody>
      </p:sp>
      <p:sp>
        <p:nvSpPr>
          <p:cNvPr id="5" name="Slide Number Placeholder 4">
            <a:extLst>
              <a:ext uri="{FF2B5EF4-FFF2-40B4-BE49-F238E27FC236}">
                <a16:creationId xmlns:a16="http://schemas.microsoft.com/office/drawing/2014/main" id="{88749EAD-45BB-2687-8142-CD7D47B8B7F4}"/>
              </a:ext>
            </a:extLst>
          </p:cNvPr>
          <p:cNvSpPr>
            <a:spLocks noGrp="1"/>
          </p:cNvSpPr>
          <p:nvPr>
            <p:ph type="sldNum" sz="quarter" idx="12"/>
          </p:nvPr>
        </p:nvSpPr>
        <p:spPr/>
        <p:txBody>
          <a:bodyPr/>
          <a:lstStyle/>
          <a:p>
            <a:fld id="{00F6528D-E7C2-4CAB-95DE-ECDF797428C4}" type="slidenum">
              <a:rPr lang="en-IN" smtClean="0"/>
              <a:t>28</a:t>
            </a:fld>
            <a:endParaRPr lang="en-IN"/>
          </a:p>
        </p:txBody>
      </p:sp>
      <p:pic>
        <p:nvPicPr>
          <p:cNvPr id="7" name="Picture 6">
            <a:extLst>
              <a:ext uri="{FF2B5EF4-FFF2-40B4-BE49-F238E27FC236}">
                <a16:creationId xmlns:a16="http://schemas.microsoft.com/office/drawing/2014/main" id="{9DB364B3-7AC7-C292-6EE2-1953F18D3997}"/>
              </a:ext>
            </a:extLst>
          </p:cNvPr>
          <p:cNvPicPr>
            <a:picLocks noChangeAspect="1"/>
          </p:cNvPicPr>
          <p:nvPr/>
        </p:nvPicPr>
        <p:blipFill>
          <a:blip r:embed="rId2"/>
          <a:stretch>
            <a:fillRect/>
          </a:stretch>
        </p:blipFill>
        <p:spPr>
          <a:xfrm>
            <a:off x="7546883" y="618518"/>
            <a:ext cx="2729438" cy="5925155"/>
          </a:xfrm>
          <a:prstGeom prst="rect">
            <a:avLst/>
          </a:prstGeom>
        </p:spPr>
      </p:pic>
    </p:spTree>
    <p:extLst>
      <p:ext uri="{BB962C8B-B14F-4D97-AF65-F5344CB8AC3E}">
        <p14:creationId xmlns:p14="http://schemas.microsoft.com/office/powerpoint/2010/main" val="6955903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F4AF25-01C9-8885-0000-AC32B7F27878}"/>
              </a:ext>
            </a:extLst>
          </p:cNvPr>
          <p:cNvSpPr>
            <a:spLocks noGrp="1"/>
          </p:cNvSpPr>
          <p:nvPr>
            <p:ph type="title"/>
          </p:nvPr>
        </p:nvSpPr>
        <p:spPr/>
        <p:txBody>
          <a:bodyPr/>
          <a:lstStyle/>
          <a:p>
            <a:r>
              <a:rPr lang="en-IN" dirty="0"/>
              <a:t>Positive and negative reviews-</a:t>
            </a:r>
            <a:r>
              <a:rPr lang="en-IN" dirty="0" err="1"/>
              <a:t>wordcloud</a:t>
            </a:r>
            <a:r>
              <a:rPr lang="en-IN" dirty="0"/>
              <a:t> in python</a:t>
            </a:r>
          </a:p>
        </p:txBody>
      </p:sp>
      <p:sp>
        <p:nvSpPr>
          <p:cNvPr id="3" name="Content Placeholder 2">
            <a:extLst>
              <a:ext uri="{FF2B5EF4-FFF2-40B4-BE49-F238E27FC236}">
                <a16:creationId xmlns:a16="http://schemas.microsoft.com/office/drawing/2014/main" id="{F3994270-053C-5CC3-42E1-05D7E14C61D5}"/>
              </a:ext>
            </a:extLst>
          </p:cNvPr>
          <p:cNvSpPr>
            <a:spLocks noGrp="1"/>
          </p:cNvSpPr>
          <p:nvPr>
            <p:ph idx="1"/>
          </p:nvPr>
        </p:nvSpPr>
        <p:spPr/>
        <p:txBody>
          <a:bodyPr/>
          <a:lstStyle/>
          <a:p>
            <a:endParaRPr lang="en-IN"/>
          </a:p>
        </p:txBody>
      </p:sp>
      <p:sp>
        <p:nvSpPr>
          <p:cNvPr id="4" name="Footer Placeholder 3">
            <a:extLst>
              <a:ext uri="{FF2B5EF4-FFF2-40B4-BE49-F238E27FC236}">
                <a16:creationId xmlns:a16="http://schemas.microsoft.com/office/drawing/2014/main" id="{5594E365-1AA3-D78D-1B44-9A10FEFE457E}"/>
              </a:ext>
            </a:extLst>
          </p:cNvPr>
          <p:cNvSpPr>
            <a:spLocks noGrp="1"/>
          </p:cNvSpPr>
          <p:nvPr>
            <p:ph type="ftr" sz="quarter" idx="11"/>
          </p:nvPr>
        </p:nvSpPr>
        <p:spPr/>
        <p:txBody>
          <a:bodyPr/>
          <a:lstStyle/>
          <a:p>
            <a:r>
              <a:rPr lang="en-IN"/>
              <a:t>UNIFIED MENTOR</a:t>
            </a:r>
          </a:p>
        </p:txBody>
      </p:sp>
      <p:sp>
        <p:nvSpPr>
          <p:cNvPr id="5" name="Slide Number Placeholder 4">
            <a:extLst>
              <a:ext uri="{FF2B5EF4-FFF2-40B4-BE49-F238E27FC236}">
                <a16:creationId xmlns:a16="http://schemas.microsoft.com/office/drawing/2014/main" id="{0188476C-4C55-60C7-EE1D-368ED6D7750B}"/>
              </a:ext>
            </a:extLst>
          </p:cNvPr>
          <p:cNvSpPr>
            <a:spLocks noGrp="1"/>
          </p:cNvSpPr>
          <p:nvPr>
            <p:ph type="sldNum" sz="quarter" idx="12"/>
          </p:nvPr>
        </p:nvSpPr>
        <p:spPr/>
        <p:txBody>
          <a:bodyPr/>
          <a:lstStyle/>
          <a:p>
            <a:fld id="{00F6528D-E7C2-4CAB-95DE-ECDF797428C4}" type="slidenum">
              <a:rPr lang="en-IN" smtClean="0"/>
              <a:t>29</a:t>
            </a:fld>
            <a:endParaRPr lang="en-IN"/>
          </a:p>
        </p:txBody>
      </p:sp>
      <p:pic>
        <p:nvPicPr>
          <p:cNvPr id="7" name="Picture 6">
            <a:extLst>
              <a:ext uri="{FF2B5EF4-FFF2-40B4-BE49-F238E27FC236}">
                <a16:creationId xmlns:a16="http://schemas.microsoft.com/office/drawing/2014/main" id="{6D718D46-6F3F-BC76-4C28-D7B5D200D90A}"/>
              </a:ext>
            </a:extLst>
          </p:cNvPr>
          <p:cNvPicPr>
            <a:picLocks noChangeAspect="1"/>
          </p:cNvPicPr>
          <p:nvPr/>
        </p:nvPicPr>
        <p:blipFill>
          <a:blip r:embed="rId2"/>
          <a:stretch>
            <a:fillRect/>
          </a:stretch>
        </p:blipFill>
        <p:spPr>
          <a:xfrm>
            <a:off x="431798" y="2443956"/>
            <a:ext cx="11325225" cy="3152775"/>
          </a:xfrm>
          <a:prstGeom prst="rect">
            <a:avLst/>
          </a:prstGeom>
        </p:spPr>
      </p:pic>
    </p:spTree>
    <p:extLst>
      <p:ext uri="{BB962C8B-B14F-4D97-AF65-F5344CB8AC3E}">
        <p14:creationId xmlns:p14="http://schemas.microsoft.com/office/powerpoint/2010/main" val="56967968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7D27C8-8353-7D06-2DF3-2F60F14860A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063FF22-AC88-AC7E-C48A-4AB149F4613A}"/>
              </a:ext>
            </a:extLst>
          </p:cNvPr>
          <p:cNvSpPr>
            <a:spLocks noGrp="1"/>
          </p:cNvSpPr>
          <p:nvPr>
            <p:ph idx="1"/>
          </p:nvPr>
        </p:nvSpPr>
        <p:spPr/>
        <p:txBody>
          <a:bodyPr/>
          <a:lstStyle/>
          <a:p>
            <a:endParaRPr lang="en-IN"/>
          </a:p>
        </p:txBody>
      </p:sp>
      <p:sp>
        <p:nvSpPr>
          <p:cNvPr id="4" name="Footer Placeholder 3">
            <a:extLst>
              <a:ext uri="{FF2B5EF4-FFF2-40B4-BE49-F238E27FC236}">
                <a16:creationId xmlns:a16="http://schemas.microsoft.com/office/drawing/2014/main" id="{1CD1F74F-34EF-6097-BE89-BB4B6180C9F8}"/>
              </a:ext>
            </a:extLst>
          </p:cNvPr>
          <p:cNvSpPr>
            <a:spLocks noGrp="1"/>
          </p:cNvSpPr>
          <p:nvPr>
            <p:ph type="ftr" sz="quarter" idx="11"/>
          </p:nvPr>
        </p:nvSpPr>
        <p:spPr/>
        <p:txBody>
          <a:bodyPr/>
          <a:lstStyle/>
          <a:p>
            <a:r>
              <a:rPr lang="en-IN"/>
              <a:t>UNIFIED MENTOR</a:t>
            </a:r>
          </a:p>
        </p:txBody>
      </p:sp>
      <p:sp>
        <p:nvSpPr>
          <p:cNvPr id="5" name="Slide Number Placeholder 4">
            <a:extLst>
              <a:ext uri="{FF2B5EF4-FFF2-40B4-BE49-F238E27FC236}">
                <a16:creationId xmlns:a16="http://schemas.microsoft.com/office/drawing/2014/main" id="{810BC123-D958-9D40-DAB0-FAA678648B77}"/>
              </a:ext>
            </a:extLst>
          </p:cNvPr>
          <p:cNvSpPr>
            <a:spLocks noGrp="1"/>
          </p:cNvSpPr>
          <p:nvPr>
            <p:ph type="sldNum" sz="quarter" idx="12"/>
          </p:nvPr>
        </p:nvSpPr>
        <p:spPr/>
        <p:txBody>
          <a:bodyPr/>
          <a:lstStyle/>
          <a:p>
            <a:fld id="{00F6528D-E7C2-4CAB-95DE-ECDF797428C4}" type="slidenum">
              <a:rPr lang="en-IN" smtClean="0"/>
              <a:t>30</a:t>
            </a:fld>
            <a:endParaRPr lang="en-IN"/>
          </a:p>
        </p:txBody>
      </p:sp>
      <p:pic>
        <p:nvPicPr>
          <p:cNvPr id="7" name="Picture 6">
            <a:extLst>
              <a:ext uri="{FF2B5EF4-FFF2-40B4-BE49-F238E27FC236}">
                <a16:creationId xmlns:a16="http://schemas.microsoft.com/office/drawing/2014/main" id="{C0D7D185-B9AE-1635-61EB-45ACA62ED402}"/>
              </a:ext>
            </a:extLst>
          </p:cNvPr>
          <p:cNvPicPr>
            <a:picLocks noChangeAspect="1"/>
          </p:cNvPicPr>
          <p:nvPr/>
        </p:nvPicPr>
        <p:blipFill>
          <a:blip r:embed="rId2"/>
          <a:stretch>
            <a:fillRect/>
          </a:stretch>
        </p:blipFill>
        <p:spPr>
          <a:xfrm>
            <a:off x="0" y="400749"/>
            <a:ext cx="12192000" cy="6056501"/>
          </a:xfrm>
          <a:prstGeom prst="rect">
            <a:avLst/>
          </a:prstGeom>
        </p:spPr>
      </p:pic>
    </p:spTree>
    <p:extLst>
      <p:ext uri="{BB962C8B-B14F-4D97-AF65-F5344CB8AC3E}">
        <p14:creationId xmlns:p14="http://schemas.microsoft.com/office/powerpoint/2010/main" val="41561427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EEFA45-66F6-C056-727C-0075F0111DC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7682928-AAAA-A010-0215-ED2F60B4C9C5}"/>
              </a:ext>
            </a:extLst>
          </p:cNvPr>
          <p:cNvSpPr>
            <a:spLocks noGrp="1"/>
          </p:cNvSpPr>
          <p:nvPr>
            <p:ph idx="1"/>
          </p:nvPr>
        </p:nvSpPr>
        <p:spPr/>
        <p:txBody>
          <a:bodyPr/>
          <a:lstStyle/>
          <a:p>
            <a:endParaRPr lang="en-IN"/>
          </a:p>
        </p:txBody>
      </p:sp>
      <p:sp>
        <p:nvSpPr>
          <p:cNvPr id="4" name="Footer Placeholder 3">
            <a:extLst>
              <a:ext uri="{FF2B5EF4-FFF2-40B4-BE49-F238E27FC236}">
                <a16:creationId xmlns:a16="http://schemas.microsoft.com/office/drawing/2014/main" id="{EDEC0355-1648-9812-02A5-45C04740339E}"/>
              </a:ext>
            </a:extLst>
          </p:cNvPr>
          <p:cNvSpPr>
            <a:spLocks noGrp="1"/>
          </p:cNvSpPr>
          <p:nvPr>
            <p:ph type="ftr" sz="quarter" idx="11"/>
          </p:nvPr>
        </p:nvSpPr>
        <p:spPr/>
        <p:txBody>
          <a:bodyPr/>
          <a:lstStyle/>
          <a:p>
            <a:r>
              <a:rPr lang="en-IN"/>
              <a:t>UNIFIED MENTOR</a:t>
            </a:r>
          </a:p>
        </p:txBody>
      </p:sp>
      <p:sp>
        <p:nvSpPr>
          <p:cNvPr id="5" name="Slide Number Placeholder 4">
            <a:extLst>
              <a:ext uri="{FF2B5EF4-FFF2-40B4-BE49-F238E27FC236}">
                <a16:creationId xmlns:a16="http://schemas.microsoft.com/office/drawing/2014/main" id="{791C2571-C3B5-990F-86E3-4541AADC4F6D}"/>
              </a:ext>
            </a:extLst>
          </p:cNvPr>
          <p:cNvSpPr>
            <a:spLocks noGrp="1"/>
          </p:cNvSpPr>
          <p:nvPr>
            <p:ph type="sldNum" sz="quarter" idx="12"/>
          </p:nvPr>
        </p:nvSpPr>
        <p:spPr/>
        <p:txBody>
          <a:bodyPr/>
          <a:lstStyle/>
          <a:p>
            <a:fld id="{00F6528D-E7C2-4CAB-95DE-ECDF797428C4}" type="slidenum">
              <a:rPr lang="en-IN" smtClean="0"/>
              <a:t>31</a:t>
            </a:fld>
            <a:endParaRPr lang="en-IN"/>
          </a:p>
        </p:txBody>
      </p:sp>
      <p:pic>
        <p:nvPicPr>
          <p:cNvPr id="7" name="Picture 6">
            <a:extLst>
              <a:ext uri="{FF2B5EF4-FFF2-40B4-BE49-F238E27FC236}">
                <a16:creationId xmlns:a16="http://schemas.microsoft.com/office/drawing/2014/main" id="{D61A399E-4EF8-2B86-88CC-970D1F867A42}"/>
              </a:ext>
            </a:extLst>
          </p:cNvPr>
          <p:cNvPicPr>
            <a:picLocks noChangeAspect="1"/>
          </p:cNvPicPr>
          <p:nvPr/>
        </p:nvPicPr>
        <p:blipFill>
          <a:blip r:embed="rId2"/>
          <a:stretch>
            <a:fillRect/>
          </a:stretch>
        </p:blipFill>
        <p:spPr>
          <a:xfrm>
            <a:off x="1141411" y="609599"/>
            <a:ext cx="9693366" cy="6310847"/>
          </a:xfrm>
          <a:prstGeom prst="rect">
            <a:avLst/>
          </a:prstGeom>
        </p:spPr>
      </p:pic>
    </p:spTree>
    <p:extLst>
      <p:ext uri="{BB962C8B-B14F-4D97-AF65-F5344CB8AC3E}">
        <p14:creationId xmlns:p14="http://schemas.microsoft.com/office/powerpoint/2010/main" val="314397761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5DB2C4-C7CC-2921-46D6-0A536B598D2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55E36BC-B32D-B2F8-1E8C-E9C124458AB4}"/>
              </a:ext>
            </a:extLst>
          </p:cNvPr>
          <p:cNvSpPr>
            <a:spLocks noGrp="1"/>
          </p:cNvSpPr>
          <p:nvPr>
            <p:ph idx="1"/>
          </p:nvPr>
        </p:nvSpPr>
        <p:spPr/>
        <p:txBody>
          <a:bodyPr/>
          <a:lstStyle/>
          <a:p>
            <a:endParaRPr lang="en-IN"/>
          </a:p>
        </p:txBody>
      </p:sp>
      <p:sp>
        <p:nvSpPr>
          <p:cNvPr id="4" name="Footer Placeholder 3">
            <a:extLst>
              <a:ext uri="{FF2B5EF4-FFF2-40B4-BE49-F238E27FC236}">
                <a16:creationId xmlns:a16="http://schemas.microsoft.com/office/drawing/2014/main" id="{40039E6F-4456-4A89-931C-ED3AEB60B824}"/>
              </a:ext>
            </a:extLst>
          </p:cNvPr>
          <p:cNvSpPr>
            <a:spLocks noGrp="1"/>
          </p:cNvSpPr>
          <p:nvPr>
            <p:ph type="ftr" sz="quarter" idx="11"/>
          </p:nvPr>
        </p:nvSpPr>
        <p:spPr/>
        <p:txBody>
          <a:bodyPr/>
          <a:lstStyle/>
          <a:p>
            <a:r>
              <a:rPr lang="en-IN"/>
              <a:t>UNIFIED MENTOR</a:t>
            </a:r>
          </a:p>
        </p:txBody>
      </p:sp>
      <p:sp>
        <p:nvSpPr>
          <p:cNvPr id="5" name="Slide Number Placeholder 4">
            <a:extLst>
              <a:ext uri="{FF2B5EF4-FFF2-40B4-BE49-F238E27FC236}">
                <a16:creationId xmlns:a16="http://schemas.microsoft.com/office/drawing/2014/main" id="{630921AE-54FC-010C-FB3D-FEA34734013C}"/>
              </a:ext>
            </a:extLst>
          </p:cNvPr>
          <p:cNvSpPr>
            <a:spLocks noGrp="1"/>
          </p:cNvSpPr>
          <p:nvPr>
            <p:ph type="sldNum" sz="quarter" idx="12"/>
          </p:nvPr>
        </p:nvSpPr>
        <p:spPr/>
        <p:txBody>
          <a:bodyPr/>
          <a:lstStyle/>
          <a:p>
            <a:fld id="{00F6528D-E7C2-4CAB-95DE-ECDF797428C4}" type="slidenum">
              <a:rPr lang="en-IN" smtClean="0"/>
              <a:t>32</a:t>
            </a:fld>
            <a:endParaRPr lang="en-IN"/>
          </a:p>
        </p:txBody>
      </p:sp>
      <p:pic>
        <p:nvPicPr>
          <p:cNvPr id="7" name="Picture 6">
            <a:extLst>
              <a:ext uri="{FF2B5EF4-FFF2-40B4-BE49-F238E27FC236}">
                <a16:creationId xmlns:a16="http://schemas.microsoft.com/office/drawing/2014/main" id="{BD92043E-91E3-9F82-4FAB-B66C49C7E087}"/>
              </a:ext>
            </a:extLst>
          </p:cNvPr>
          <p:cNvPicPr>
            <a:picLocks noChangeAspect="1"/>
          </p:cNvPicPr>
          <p:nvPr/>
        </p:nvPicPr>
        <p:blipFill>
          <a:blip r:embed="rId2"/>
          <a:stretch>
            <a:fillRect/>
          </a:stretch>
        </p:blipFill>
        <p:spPr>
          <a:xfrm>
            <a:off x="1141410" y="11112"/>
            <a:ext cx="9993543" cy="6846888"/>
          </a:xfrm>
          <a:prstGeom prst="rect">
            <a:avLst/>
          </a:prstGeom>
        </p:spPr>
      </p:pic>
    </p:spTree>
    <p:extLst>
      <p:ext uri="{BB962C8B-B14F-4D97-AF65-F5344CB8AC3E}">
        <p14:creationId xmlns:p14="http://schemas.microsoft.com/office/powerpoint/2010/main" val="60467157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429019-DBF1-F083-FA0B-E6E26E9269AC}"/>
              </a:ext>
            </a:extLst>
          </p:cNvPr>
          <p:cNvSpPr>
            <a:spLocks noGrp="1"/>
          </p:cNvSpPr>
          <p:nvPr>
            <p:ph type="title"/>
          </p:nvPr>
        </p:nvSpPr>
        <p:spPr/>
        <p:txBody>
          <a:bodyPr/>
          <a:lstStyle/>
          <a:p>
            <a:r>
              <a:rPr lang="en-IN" dirty="0"/>
              <a:t>s</a:t>
            </a:r>
          </a:p>
        </p:txBody>
      </p:sp>
      <p:sp>
        <p:nvSpPr>
          <p:cNvPr id="3" name="Content Placeholder 2">
            <a:extLst>
              <a:ext uri="{FF2B5EF4-FFF2-40B4-BE49-F238E27FC236}">
                <a16:creationId xmlns:a16="http://schemas.microsoft.com/office/drawing/2014/main" id="{9E7AF82E-FE32-3980-E65C-D59720F35FBE}"/>
              </a:ext>
            </a:extLst>
          </p:cNvPr>
          <p:cNvSpPr>
            <a:spLocks noGrp="1"/>
          </p:cNvSpPr>
          <p:nvPr>
            <p:ph idx="1"/>
          </p:nvPr>
        </p:nvSpPr>
        <p:spPr/>
        <p:txBody>
          <a:bodyPr/>
          <a:lstStyle/>
          <a:p>
            <a:endParaRPr lang="en-IN"/>
          </a:p>
        </p:txBody>
      </p:sp>
      <p:sp>
        <p:nvSpPr>
          <p:cNvPr id="4" name="Footer Placeholder 3">
            <a:extLst>
              <a:ext uri="{FF2B5EF4-FFF2-40B4-BE49-F238E27FC236}">
                <a16:creationId xmlns:a16="http://schemas.microsoft.com/office/drawing/2014/main" id="{A24BBD33-1451-19A1-BDE7-645EE4AFB531}"/>
              </a:ext>
            </a:extLst>
          </p:cNvPr>
          <p:cNvSpPr>
            <a:spLocks noGrp="1"/>
          </p:cNvSpPr>
          <p:nvPr>
            <p:ph type="ftr" sz="quarter" idx="11"/>
          </p:nvPr>
        </p:nvSpPr>
        <p:spPr/>
        <p:txBody>
          <a:bodyPr/>
          <a:lstStyle/>
          <a:p>
            <a:r>
              <a:rPr lang="en-IN"/>
              <a:t>UNIFIED MENTOR</a:t>
            </a:r>
          </a:p>
        </p:txBody>
      </p:sp>
      <p:sp>
        <p:nvSpPr>
          <p:cNvPr id="5" name="Slide Number Placeholder 4">
            <a:extLst>
              <a:ext uri="{FF2B5EF4-FFF2-40B4-BE49-F238E27FC236}">
                <a16:creationId xmlns:a16="http://schemas.microsoft.com/office/drawing/2014/main" id="{816F45C2-4CDE-E4A9-7118-75C796E11A0B}"/>
              </a:ext>
            </a:extLst>
          </p:cNvPr>
          <p:cNvSpPr>
            <a:spLocks noGrp="1"/>
          </p:cNvSpPr>
          <p:nvPr>
            <p:ph type="sldNum" sz="quarter" idx="12"/>
          </p:nvPr>
        </p:nvSpPr>
        <p:spPr/>
        <p:txBody>
          <a:bodyPr/>
          <a:lstStyle/>
          <a:p>
            <a:fld id="{00F6528D-E7C2-4CAB-95DE-ECDF797428C4}" type="slidenum">
              <a:rPr lang="en-IN" smtClean="0"/>
              <a:t>33</a:t>
            </a:fld>
            <a:endParaRPr lang="en-IN"/>
          </a:p>
        </p:txBody>
      </p:sp>
      <p:pic>
        <p:nvPicPr>
          <p:cNvPr id="7" name="Picture 6">
            <a:extLst>
              <a:ext uri="{FF2B5EF4-FFF2-40B4-BE49-F238E27FC236}">
                <a16:creationId xmlns:a16="http://schemas.microsoft.com/office/drawing/2014/main" id="{20586892-E64A-CBAC-B435-6C9C013691EB}"/>
              </a:ext>
            </a:extLst>
          </p:cNvPr>
          <p:cNvPicPr>
            <a:picLocks noChangeAspect="1"/>
          </p:cNvPicPr>
          <p:nvPr/>
        </p:nvPicPr>
        <p:blipFill>
          <a:blip r:embed="rId2"/>
          <a:stretch>
            <a:fillRect/>
          </a:stretch>
        </p:blipFill>
        <p:spPr>
          <a:xfrm>
            <a:off x="1141411" y="618517"/>
            <a:ext cx="9134910" cy="6177565"/>
          </a:xfrm>
          <a:prstGeom prst="rect">
            <a:avLst/>
          </a:prstGeom>
        </p:spPr>
      </p:pic>
    </p:spTree>
    <p:extLst>
      <p:ext uri="{BB962C8B-B14F-4D97-AF65-F5344CB8AC3E}">
        <p14:creationId xmlns:p14="http://schemas.microsoft.com/office/powerpoint/2010/main" val="316797476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3C284D-88A5-1E9A-E5BA-5D2DB15430B2}"/>
              </a:ext>
            </a:extLst>
          </p:cNvPr>
          <p:cNvSpPr>
            <a:spLocks noGrp="1"/>
          </p:cNvSpPr>
          <p:nvPr>
            <p:ph type="title"/>
          </p:nvPr>
        </p:nvSpPr>
        <p:spPr/>
        <p:txBody>
          <a:bodyPr>
            <a:normAutofit/>
          </a:bodyPr>
          <a:lstStyle/>
          <a:p>
            <a:r>
              <a:rPr lang="en-IN" dirty="0"/>
              <a:t>Summary of analysis</a:t>
            </a:r>
          </a:p>
        </p:txBody>
      </p:sp>
      <p:sp>
        <p:nvSpPr>
          <p:cNvPr id="3" name="Content Placeholder 2">
            <a:extLst>
              <a:ext uri="{FF2B5EF4-FFF2-40B4-BE49-F238E27FC236}">
                <a16:creationId xmlns:a16="http://schemas.microsoft.com/office/drawing/2014/main" id="{24AFB7BB-0CB2-02BA-4937-7F43D2F457F9}"/>
              </a:ext>
            </a:extLst>
          </p:cNvPr>
          <p:cNvSpPr>
            <a:spLocks noGrp="1"/>
          </p:cNvSpPr>
          <p:nvPr>
            <p:ph idx="1"/>
          </p:nvPr>
        </p:nvSpPr>
        <p:spPr/>
        <p:txBody>
          <a:bodyPr/>
          <a:lstStyle/>
          <a:p>
            <a:r>
              <a:rPr lang="en-IN" dirty="0"/>
              <a:t>I have used Machine learning language,  Python for the analysis.</a:t>
            </a:r>
          </a:p>
          <a:p>
            <a:r>
              <a:rPr lang="en-IN" dirty="0"/>
              <a:t>In ML – I have used feature LIGHTGBMs</a:t>
            </a:r>
          </a:p>
        </p:txBody>
      </p:sp>
      <p:sp>
        <p:nvSpPr>
          <p:cNvPr id="4" name="Footer Placeholder 3">
            <a:extLst>
              <a:ext uri="{FF2B5EF4-FFF2-40B4-BE49-F238E27FC236}">
                <a16:creationId xmlns:a16="http://schemas.microsoft.com/office/drawing/2014/main" id="{9478D056-4636-122B-1CAC-1E85F7067E7D}"/>
              </a:ext>
            </a:extLst>
          </p:cNvPr>
          <p:cNvSpPr>
            <a:spLocks noGrp="1"/>
          </p:cNvSpPr>
          <p:nvPr>
            <p:ph type="ftr" sz="quarter" idx="11"/>
          </p:nvPr>
        </p:nvSpPr>
        <p:spPr/>
        <p:txBody>
          <a:bodyPr/>
          <a:lstStyle/>
          <a:p>
            <a:r>
              <a:rPr lang="en-IN"/>
              <a:t>UNIFIED MENTOR</a:t>
            </a:r>
          </a:p>
        </p:txBody>
      </p:sp>
      <p:sp>
        <p:nvSpPr>
          <p:cNvPr id="5" name="Slide Number Placeholder 4">
            <a:extLst>
              <a:ext uri="{FF2B5EF4-FFF2-40B4-BE49-F238E27FC236}">
                <a16:creationId xmlns:a16="http://schemas.microsoft.com/office/drawing/2014/main" id="{84F930F8-EC26-7955-D58F-948117BCB3BB}"/>
              </a:ext>
            </a:extLst>
          </p:cNvPr>
          <p:cNvSpPr>
            <a:spLocks noGrp="1"/>
          </p:cNvSpPr>
          <p:nvPr>
            <p:ph type="sldNum" sz="quarter" idx="12"/>
          </p:nvPr>
        </p:nvSpPr>
        <p:spPr/>
        <p:txBody>
          <a:bodyPr/>
          <a:lstStyle/>
          <a:p>
            <a:fld id="{00F6528D-E7C2-4CAB-95DE-ECDF797428C4}" type="slidenum">
              <a:rPr lang="en-IN" smtClean="0"/>
              <a:t>34</a:t>
            </a:fld>
            <a:endParaRPr lang="en-IN"/>
          </a:p>
        </p:txBody>
      </p:sp>
    </p:spTree>
    <p:extLst>
      <p:ext uri="{BB962C8B-B14F-4D97-AF65-F5344CB8AC3E}">
        <p14:creationId xmlns:p14="http://schemas.microsoft.com/office/powerpoint/2010/main" val="338068317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TM04033919[[fn=Circuit]]</Template>
  <TotalTime>152</TotalTime>
  <Words>1991</Words>
  <Application>Microsoft Office PowerPoint</Application>
  <PresentationFormat>Widescreen</PresentationFormat>
  <Paragraphs>162</Paragraphs>
  <Slides>34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34</vt:i4>
      </vt:variant>
    </vt:vector>
  </HeadingPairs>
  <TitlesOfParts>
    <vt:vector size="39" baseType="lpstr">
      <vt:lpstr>Aptos</vt:lpstr>
      <vt:lpstr>Arial</vt:lpstr>
      <vt:lpstr>Consolas</vt:lpstr>
      <vt:lpstr>Tw Cen MT</vt:lpstr>
      <vt:lpstr>Circuit</vt:lpstr>
      <vt:lpstr>DRUGS, SIDE EFFECTS AND MEDICAL CONDITIONS</vt:lpstr>
      <vt:lpstr>STARTING NOTES</vt:lpstr>
      <vt:lpstr>ABOUT DATA FOR THE PROJECT</vt:lpstr>
      <vt:lpstr>ABOUT DATA FOR THE PROJECT</vt:lpstr>
      <vt:lpstr>ABOUT DATA FOR THE PROJECT</vt:lpstr>
      <vt:lpstr>ABOUT DATA FOR THE PROJECT</vt:lpstr>
      <vt:lpstr>PREGNANCY_CATEGORY</vt:lpstr>
      <vt:lpstr>PREGNANCY_CATEGORY</vt:lpstr>
      <vt:lpstr>PREGNANCY_CATEGORY</vt:lpstr>
      <vt:lpstr>PREGNANCY_CATEGORY</vt:lpstr>
      <vt:lpstr>PREGNANCY CATEGORY</vt:lpstr>
      <vt:lpstr>Exploratory Data Analysis on Drugs, Side Effects, and Medical Conditions</vt:lpstr>
      <vt:lpstr>PROJECT_STEP 1 - Check for missing values</vt:lpstr>
      <vt:lpstr>Distribution of drug ratings </vt:lpstr>
      <vt:lpstr>Analyzing Relationships - Top Drugs by Condition</vt:lpstr>
      <vt:lpstr>Side Effects Analysis</vt:lpstr>
      <vt:lpstr>Drug Ratings by Class</vt:lpstr>
      <vt:lpstr>COUNT OF REVIEWS PER DRUG CLASS</vt:lpstr>
      <vt:lpstr>RATINGS BY CLASS</vt:lpstr>
      <vt:lpstr>TOP 5 AND BOTTOM 5 DRUGS AS PER RATINGS</vt:lpstr>
      <vt:lpstr>SIDE EFFECT – SENTIMENT VS RATING</vt:lpstr>
      <vt:lpstr>ACTUAL Vs projected rating</vt:lpstr>
      <vt:lpstr>Statistical metrics</vt:lpstr>
      <vt:lpstr>Top features</vt:lpstr>
      <vt:lpstr>Machine learning analysis with lightgbm</vt:lpstr>
      <vt:lpstr>PowerPoint Presentation</vt:lpstr>
      <vt:lpstr>LightGBM: actual VS predicted rating</vt:lpstr>
      <vt:lpstr>Lightgbm top features</vt:lpstr>
      <vt:lpstr>Positive and negative reviews-wordcloud in python</vt:lpstr>
      <vt:lpstr>PowerPoint Presentation</vt:lpstr>
      <vt:lpstr>PowerPoint Presentation</vt:lpstr>
      <vt:lpstr>PowerPoint Presentation</vt:lpstr>
      <vt:lpstr>s</vt:lpstr>
      <vt:lpstr>Summary of analysis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Madhumita Patro</dc:creator>
  <cp:lastModifiedBy>Madhumita Patro</cp:lastModifiedBy>
  <cp:revision>23</cp:revision>
  <dcterms:created xsi:type="dcterms:W3CDTF">2025-11-03T15:59:14Z</dcterms:created>
  <dcterms:modified xsi:type="dcterms:W3CDTF">2025-11-03T18:31:50Z</dcterms:modified>
</cp:coreProperties>
</file>