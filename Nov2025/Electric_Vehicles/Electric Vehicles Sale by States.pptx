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D0D835D-12D3-49A8-A8A5-C364439CC5AC}" v="14" dt="2025-11-22T07:44:04.03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6" d="100"/>
          <a:sy n="56" d="100"/>
        </p:scale>
        <p:origin x="384" y="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dhumita Patro" userId="bdae627b6e32fdc1" providerId="LiveId" clId="{51EE9AB9-3F13-424C-B625-9DB51FEAF1BC}"/>
    <pc:docChg chg="custSel addSld delSld modSld">
      <pc:chgData name="Madhumita Patro" userId="bdae627b6e32fdc1" providerId="LiveId" clId="{51EE9AB9-3F13-424C-B625-9DB51FEAF1BC}" dt="2025-11-22T08:17:21.946" v="118" actId="47"/>
      <pc:docMkLst>
        <pc:docMk/>
      </pc:docMkLst>
      <pc:sldChg chg="modSp new mod">
        <pc:chgData name="Madhumita Patro" userId="bdae627b6e32fdc1" providerId="LiveId" clId="{51EE9AB9-3F13-424C-B625-9DB51FEAF1BC}" dt="2025-11-22T07:40:31.725" v="60"/>
        <pc:sldMkLst>
          <pc:docMk/>
          <pc:sldMk cId="783780005" sldId="256"/>
        </pc:sldMkLst>
        <pc:spChg chg="mod">
          <ac:chgData name="Madhumita Patro" userId="bdae627b6e32fdc1" providerId="LiveId" clId="{51EE9AB9-3F13-424C-B625-9DB51FEAF1BC}" dt="2025-11-22T07:40:31.725" v="60"/>
          <ac:spMkLst>
            <pc:docMk/>
            <pc:sldMk cId="783780005" sldId="256"/>
            <ac:spMk id="2" creationId="{2A7C95F7-3EF1-4551-283E-B717B189A256}"/>
          </ac:spMkLst>
        </pc:spChg>
        <pc:spChg chg="mod">
          <ac:chgData name="Madhumita Patro" userId="bdae627b6e32fdc1" providerId="LiveId" clId="{51EE9AB9-3F13-424C-B625-9DB51FEAF1BC}" dt="2025-11-22T07:40:31.725" v="60"/>
          <ac:spMkLst>
            <pc:docMk/>
            <pc:sldMk cId="783780005" sldId="256"/>
            <ac:spMk id="3" creationId="{CCF22E48-935D-9AB2-CA81-BDF4AD17B882}"/>
          </ac:spMkLst>
        </pc:spChg>
      </pc:sldChg>
      <pc:sldChg chg="modSp new">
        <pc:chgData name="Madhumita Patro" userId="bdae627b6e32fdc1" providerId="LiveId" clId="{51EE9AB9-3F13-424C-B625-9DB51FEAF1BC}" dt="2025-11-22T07:40:57.777" v="63"/>
        <pc:sldMkLst>
          <pc:docMk/>
          <pc:sldMk cId="2420347069" sldId="257"/>
        </pc:sldMkLst>
        <pc:spChg chg="mod">
          <ac:chgData name="Madhumita Patro" userId="bdae627b6e32fdc1" providerId="LiveId" clId="{51EE9AB9-3F13-424C-B625-9DB51FEAF1BC}" dt="2025-11-22T07:40:49.836" v="62"/>
          <ac:spMkLst>
            <pc:docMk/>
            <pc:sldMk cId="2420347069" sldId="257"/>
            <ac:spMk id="2" creationId="{0E24335C-DD28-0308-5C18-4002B37C9290}"/>
          </ac:spMkLst>
        </pc:spChg>
        <pc:spChg chg="mod">
          <ac:chgData name="Madhumita Patro" userId="bdae627b6e32fdc1" providerId="LiveId" clId="{51EE9AB9-3F13-424C-B625-9DB51FEAF1BC}" dt="2025-11-22T07:40:57.777" v="63"/>
          <ac:spMkLst>
            <pc:docMk/>
            <pc:sldMk cId="2420347069" sldId="257"/>
            <ac:spMk id="3" creationId="{C9B3B38A-6C48-E0E1-744A-65B28E1905AF}"/>
          </ac:spMkLst>
        </pc:spChg>
      </pc:sldChg>
      <pc:sldChg chg="modSp new">
        <pc:chgData name="Madhumita Patro" userId="bdae627b6e32fdc1" providerId="LiveId" clId="{51EE9AB9-3F13-424C-B625-9DB51FEAF1BC}" dt="2025-11-22T07:41:29.920" v="66"/>
        <pc:sldMkLst>
          <pc:docMk/>
          <pc:sldMk cId="566124533" sldId="258"/>
        </pc:sldMkLst>
        <pc:spChg chg="mod">
          <ac:chgData name="Madhumita Patro" userId="bdae627b6e32fdc1" providerId="LiveId" clId="{51EE9AB9-3F13-424C-B625-9DB51FEAF1BC}" dt="2025-11-22T07:41:23.259" v="65"/>
          <ac:spMkLst>
            <pc:docMk/>
            <pc:sldMk cId="566124533" sldId="258"/>
            <ac:spMk id="2" creationId="{0D9DF00A-DB76-566C-60B2-FD60F332B1B1}"/>
          </ac:spMkLst>
        </pc:spChg>
        <pc:spChg chg="mod">
          <ac:chgData name="Madhumita Patro" userId="bdae627b6e32fdc1" providerId="LiveId" clId="{51EE9AB9-3F13-424C-B625-9DB51FEAF1BC}" dt="2025-11-22T07:41:29.920" v="66"/>
          <ac:spMkLst>
            <pc:docMk/>
            <pc:sldMk cId="566124533" sldId="258"/>
            <ac:spMk id="3" creationId="{1D212EDA-59AE-C222-63E0-1C114CDEA17B}"/>
          </ac:spMkLst>
        </pc:spChg>
      </pc:sldChg>
      <pc:sldChg chg="modSp new mod">
        <pc:chgData name="Madhumita Patro" userId="bdae627b6e32fdc1" providerId="LiveId" clId="{51EE9AB9-3F13-424C-B625-9DB51FEAF1BC}" dt="2025-11-22T07:41:57.612" v="70"/>
        <pc:sldMkLst>
          <pc:docMk/>
          <pc:sldMk cId="3215387242" sldId="259"/>
        </pc:sldMkLst>
        <pc:spChg chg="mod">
          <ac:chgData name="Madhumita Patro" userId="bdae627b6e32fdc1" providerId="LiveId" clId="{51EE9AB9-3F13-424C-B625-9DB51FEAF1BC}" dt="2025-11-22T07:41:47.713" v="69" actId="27636"/>
          <ac:spMkLst>
            <pc:docMk/>
            <pc:sldMk cId="3215387242" sldId="259"/>
            <ac:spMk id="2" creationId="{EF008EB9-334B-3203-D4C8-A863F704E24F}"/>
          </ac:spMkLst>
        </pc:spChg>
        <pc:spChg chg="mod">
          <ac:chgData name="Madhumita Patro" userId="bdae627b6e32fdc1" providerId="LiveId" clId="{51EE9AB9-3F13-424C-B625-9DB51FEAF1BC}" dt="2025-11-22T07:41:57.612" v="70"/>
          <ac:spMkLst>
            <pc:docMk/>
            <pc:sldMk cId="3215387242" sldId="259"/>
            <ac:spMk id="3" creationId="{2D8E9286-D900-9FA1-7F27-DF9B026D47BC}"/>
          </ac:spMkLst>
        </pc:spChg>
      </pc:sldChg>
      <pc:sldChg chg="modSp new">
        <pc:chgData name="Madhumita Patro" userId="bdae627b6e32fdc1" providerId="LiveId" clId="{51EE9AB9-3F13-424C-B625-9DB51FEAF1BC}" dt="2025-11-22T07:42:20.565" v="73"/>
        <pc:sldMkLst>
          <pc:docMk/>
          <pc:sldMk cId="233308010" sldId="260"/>
        </pc:sldMkLst>
        <pc:spChg chg="mod">
          <ac:chgData name="Madhumita Patro" userId="bdae627b6e32fdc1" providerId="LiveId" clId="{51EE9AB9-3F13-424C-B625-9DB51FEAF1BC}" dt="2025-11-22T07:42:09.241" v="72"/>
          <ac:spMkLst>
            <pc:docMk/>
            <pc:sldMk cId="233308010" sldId="260"/>
            <ac:spMk id="2" creationId="{C240FFBF-EF6E-2640-CDF2-4B97D91E4D86}"/>
          </ac:spMkLst>
        </pc:spChg>
        <pc:spChg chg="mod">
          <ac:chgData name="Madhumita Patro" userId="bdae627b6e32fdc1" providerId="LiveId" clId="{51EE9AB9-3F13-424C-B625-9DB51FEAF1BC}" dt="2025-11-22T07:42:20.565" v="73"/>
          <ac:spMkLst>
            <pc:docMk/>
            <pc:sldMk cId="233308010" sldId="260"/>
            <ac:spMk id="3" creationId="{EB4B9ADE-A6C3-A9AE-207A-CB7413E06715}"/>
          </ac:spMkLst>
        </pc:spChg>
      </pc:sldChg>
      <pc:sldChg chg="addSp delSp modSp new mod">
        <pc:chgData name="Madhumita Patro" userId="bdae627b6e32fdc1" providerId="LiveId" clId="{51EE9AB9-3F13-424C-B625-9DB51FEAF1BC}" dt="2025-11-22T07:44:23.339" v="76" actId="22"/>
        <pc:sldMkLst>
          <pc:docMk/>
          <pc:sldMk cId="1672970062" sldId="261"/>
        </pc:sldMkLst>
        <pc:spChg chg="del mod">
          <ac:chgData name="Madhumita Patro" userId="bdae627b6e32fdc1" providerId="LiveId" clId="{51EE9AB9-3F13-424C-B625-9DB51FEAF1BC}" dt="2025-11-22T07:44:23.339" v="76" actId="22"/>
          <ac:spMkLst>
            <pc:docMk/>
            <pc:sldMk cId="1672970062" sldId="261"/>
            <ac:spMk id="3" creationId="{B395766C-7AB6-BA67-2DA3-7482F24370C8}"/>
          </ac:spMkLst>
        </pc:spChg>
        <pc:picChg chg="add mod ord">
          <ac:chgData name="Madhumita Patro" userId="bdae627b6e32fdc1" providerId="LiveId" clId="{51EE9AB9-3F13-424C-B625-9DB51FEAF1BC}" dt="2025-11-22T07:44:23.339" v="76" actId="22"/>
          <ac:picMkLst>
            <pc:docMk/>
            <pc:sldMk cId="1672970062" sldId="261"/>
            <ac:picMk id="5" creationId="{E71D1B5C-C02B-E0CF-0813-A876C6E9F4D0}"/>
          </ac:picMkLst>
        </pc:picChg>
      </pc:sldChg>
      <pc:sldChg chg="addSp new mod">
        <pc:chgData name="Madhumita Patro" userId="bdae627b6e32fdc1" providerId="LiveId" clId="{51EE9AB9-3F13-424C-B625-9DB51FEAF1BC}" dt="2025-11-22T07:45:55.663" v="78" actId="22"/>
        <pc:sldMkLst>
          <pc:docMk/>
          <pc:sldMk cId="3730395416" sldId="262"/>
        </pc:sldMkLst>
        <pc:picChg chg="add">
          <ac:chgData name="Madhumita Patro" userId="bdae627b6e32fdc1" providerId="LiveId" clId="{51EE9AB9-3F13-424C-B625-9DB51FEAF1BC}" dt="2025-11-22T07:45:55.663" v="78" actId="22"/>
          <ac:picMkLst>
            <pc:docMk/>
            <pc:sldMk cId="3730395416" sldId="262"/>
            <ac:picMk id="5" creationId="{314204CA-30CD-876A-35C5-384272189DC3}"/>
          </ac:picMkLst>
        </pc:picChg>
      </pc:sldChg>
      <pc:sldChg chg="addSp new mod">
        <pc:chgData name="Madhumita Patro" userId="bdae627b6e32fdc1" providerId="LiveId" clId="{51EE9AB9-3F13-424C-B625-9DB51FEAF1BC}" dt="2025-11-22T07:46:39.624" v="80" actId="22"/>
        <pc:sldMkLst>
          <pc:docMk/>
          <pc:sldMk cId="513142795" sldId="263"/>
        </pc:sldMkLst>
        <pc:picChg chg="add">
          <ac:chgData name="Madhumita Patro" userId="bdae627b6e32fdc1" providerId="LiveId" clId="{51EE9AB9-3F13-424C-B625-9DB51FEAF1BC}" dt="2025-11-22T07:46:39.624" v="80" actId="22"/>
          <ac:picMkLst>
            <pc:docMk/>
            <pc:sldMk cId="513142795" sldId="263"/>
            <ac:picMk id="5" creationId="{B47BA333-9492-A289-9C81-8D769D822DF6}"/>
          </ac:picMkLst>
        </pc:picChg>
      </pc:sldChg>
      <pc:sldChg chg="addSp new mod">
        <pc:chgData name="Madhumita Patro" userId="bdae627b6e32fdc1" providerId="LiveId" clId="{51EE9AB9-3F13-424C-B625-9DB51FEAF1BC}" dt="2025-11-22T07:52:39.562" v="82" actId="22"/>
        <pc:sldMkLst>
          <pc:docMk/>
          <pc:sldMk cId="3610383358" sldId="264"/>
        </pc:sldMkLst>
        <pc:picChg chg="add">
          <ac:chgData name="Madhumita Patro" userId="bdae627b6e32fdc1" providerId="LiveId" clId="{51EE9AB9-3F13-424C-B625-9DB51FEAF1BC}" dt="2025-11-22T07:52:39.562" v="82" actId="22"/>
          <ac:picMkLst>
            <pc:docMk/>
            <pc:sldMk cId="3610383358" sldId="264"/>
            <ac:picMk id="5" creationId="{BD7EE5C7-6244-6F97-8A19-9634317BEDE7}"/>
          </ac:picMkLst>
        </pc:picChg>
      </pc:sldChg>
      <pc:sldChg chg="addSp new mod">
        <pc:chgData name="Madhumita Patro" userId="bdae627b6e32fdc1" providerId="LiveId" clId="{51EE9AB9-3F13-424C-B625-9DB51FEAF1BC}" dt="2025-11-22T07:52:51.067" v="84" actId="22"/>
        <pc:sldMkLst>
          <pc:docMk/>
          <pc:sldMk cId="480559150" sldId="265"/>
        </pc:sldMkLst>
        <pc:picChg chg="add">
          <ac:chgData name="Madhumita Patro" userId="bdae627b6e32fdc1" providerId="LiveId" clId="{51EE9AB9-3F13-424C-B625-9DB51FEAF1BC}" dt="2025-11-22T07:52:51.067" v="84" actId="22"/>
          <ac:picMkLst>
            <pc:docMk/>
            <pc:sldMk cId="480559150" sldId="265"/>
            <ac:picMk id="5" creationId="{E6242346-1068-A222-A7A3-817DF3527965}"/>
          </ac:picMkLst>
        </pc:picChg>
      </pc:sldChg>
      <pc:sldChg chg="addSp modSp new mod">
        <pc:chgData name="Madhumita Patro" userId="bdae627b6e32fdc1" providerId="LiveId" clId="{51EE9AB9-3F13-424C-B625-9DB51FEAF1BC}" dt="2025-11-22T08:01:47.804" v="88" actId="14100"/>
        <pc:sldMkLst>
          <pc:docMk/>
          <pc:sldMk cId="2464578154" sldId="266"/>
        </pc:sldMkLst>
        <pc:picChg chg="add mod">
          <ac:chgData name="Madhumita Patro" userId="bdae627b6e32fdc1" providerId="LiveId" clId="{51EE9AB9-3F13-424C-B625-9DB51FEAF1BC}" dt="2025-11-22T08:01:47.804" v="88" actId="14100"/>
          <ac:picMkLst>
            <pc:docMk/>
            <pc:sldMk cId="2464578154" sldId="266"/>
            <ac:picMk id="5" creationId="{52782C19-DE71-DFAC-E7E5-97B787D25774}"/>
          </ac:picMkLst>
        </pc:picChg>
      </pc:sldChg>
      <pc:sldChg chg="addSp new mod">
        <pc:chgData name="Madhumita Patro" userId="bdae627b6e32fdc1" providerId="LiveId" clId="{51EE9AB9-3F13-424C-B625-9DB51FEAF1BC}" dt="2025-11-22T08:05:36.741" v="90" actId="22"/>
        <pc:sldMkLst>
          <pc:docMk/>
          <pc:sldMk cId="2489713047" sldId="267"/>
        </pc:sldMkLst>
        <pc:picChg chg="add">
          <ac:chgData name="Madhumita Patro" userId="bdae627b6e32fdc1" providerId="LiveId" clId="{51EE9AB9-3F13-424C-B625-9DB51FEAF1BC}" dt="2025-11-22T08:05:36.741" v="90" actId="22"/>
          <ac:picMkLst>
            <pc:docMk/>
            <pc:sldMk cId="2489713047" sldId="267"/>
            <ac:picMk id="5" creationId="{CC83E0DC-DCBF-6E71-DAC1-7E506BB85212}"/>
          </ac:picMkLst>
        </pc:picChg>
      </pc:sldChg>
      <pc:sldChg chg="addSp modSp new mod">
        <pc:chgData name="Madhumita Patro" userId="bdae627b6e32fdc1" providerId="LiveId" clId="{51EE9AB9-3F13-424C-B625-9DB51FEAF1BC}" dt="2025-11-22T08:06:42.211" v="94" actId="14100"/>
        <pc:sldMkLst>
          <pc:docMk/>
          <pc:sldMk cId="3548344385" sldId="268"/>
        </pc:sldMkLst>
        <pc:picChg chg="add mod">
          <ac:chgData name="Madhumita Patro" userId="bdae627b6e32fdc1" providerId="LiveId" clId="{51EE9AB9-3F13-424C-B625-9DB51FEAF1BC}" dt="2025-11-22T08:06:42.211" v="94" actId="14100"/>
          <ac:picMkLst>
            <pc:docMk/>
            <pc:sldMk cId="3548344385" sldId="268"/>
            <ac:picMk id="5" creationId="{FE239C84-077C-A364-B24C-22FD7DE76573}"/>
          </ac:picMkLst>
        </pc:picChg>
      </pc:sldChg>
      <pc:sldChg chg="addSp modSp new mod">
        <pc:chgData name="Madhumita Patro" userId="bdae627b6e32fdc1" providerId="LiveId" clId="{51EE9AB9-3F13-424C-B625-9DB51FEAF1BC}" dt="2025-11-22T08:07:47.699" v="98" actId="14100"/>
        <pc:sldMkLst>
          <pc:docMk/>
          <pc:sldMk cId="278919477" sldId="269"/>
        </pc:sldMkLst>
        <pc:picChg chg="add mod">
          <ac:chgData name="Madhumita Patro" userId="bdae627b6e32fdc1" providerId="LiveId" clId="{51EE9AB9-3F13-424C-B625-9DB51FEAF1BC}" dt="2025-11-22T08:07:47.699" v="98" actId="14100"/>
          <ac:picMkLst>
            <pc:docMk/>
            <pc:sldMk cId="278919477" sldId="269"/>
            <ac:picMk id="5" creationId="{1A1300E2-D48F-EEE4-0296-F940A4D19CA7}"/>
          </ac:picMkLst>
        </pc:picChg>
      </pc:sldChg>
      <pc:sldChg chg="addSp new mod">
        <pc:chgData name="Madhumita Patro" userId="bdae627b6e32fdc1" providerId="LiveId" clId="{51EE9AB9-3F13-424C-B625-9DB51FEAF1BC}" dt="2025-11-22T08:08:40.667" v="100" actId="22"/>
        <pc:sldMkLst>
          <pc:docMk/>
          <pc:sldMk cId="1112007884" sldId="270"/>
        </pc:sldMkLst>
        <pc:picChg chg="add">
          <ac:chgData name="Madhumita Patro" userId="bdae627b6e32fdc1" providerId="LiveId" clId="{51EE9AB9-3F13-424C-B625-9DB51FEAF1BC}" dt="2025-11-22T08:08:40.667" v="100" actId="22"/>
          <ac:picMkLst>
            <pc:docMk/>
            <pc:sldMk cId="1112007884" sldId="270"/>
            <ac:picMk id="5" creationId="{9379C1D0-CEE3-BA5F-188B-30350E5DE8FB}"/>
          </ac:picMkLst>
        </pc:picChg>
      </pc:sldChg>
      <pc:sldChg chg="addSp modSp new mod">
        <pc:chgData name="Madhumita Patro" userId="bdae627b6e32fdc1" providerId="LiveId" clId="{51EE9AB9-3F13-424C-B625-9DB51FEAF1BC}" dt="2025-11-22T08:12:17.958" v="106" actId="20577"/>
        <pc:sldMkLst>
          <pc:docMk/>
          <pc:sldMk cId="2022085257" sldId="271"/>
        </pc:sldMkLst>
        <pc:spChg chg="mod">
          <ac:chgData name="Madhumita Patro" userId="bdae627b6e32fdc1" providerId="LiveId" clId="{51EE9AB9-3F13-424C-B625-9DB51FEAF1BC}" dt="2025-11-22T08:12:17.958" v="106" actId="20577"/>
          <ac:spMkLst>
            <pc:docMk/>
            <pc:sldMk cId="2022085257" sldId="271"/>
            <ac:spMk id="2" creationId="{00503902-B4FF-9A8A-4406-DF9C9F2C3196}"/>
          </ac:spMkLst>
        </pc:spChg>
        <pc:picChg chg="add mod">
          <ac:chgData name="Madhumita Patro" userId="bdae627b6e32fdc1" providerId="LiveId" clId="{51EE9AB9-3F13-424C-B625-9DB51FEAF1BC}" dt="2025-11-22T08:12:08.433" v="104" actId="14100"/>
          <ac:picMkLst>
            <pc:docMk/>
            <pc:sldMk cId="2022085257" sldId="271"/>
            <ac:picMk id="5" creationId="{DC6B5F80-B4B1-160D-C2A4-8623BAF24231}"/>
          </ac:picMkLst>
        </pc:picChg>
      </pc:sldChg>
      <pc:sldChg chg="addSp new mod">
        <pc:chgData name="Madhumita Patro" userId="bdae627b6e32fdc1" providerId="LiveId" clId="{51EE9AB9-3F13-424C-B625-9DB51FEAF1BC}" dt="2025-11-22T08:13:07.919" v="108" actId="22"/>
        <pc:sldMkLst>
          <pc:docMk/>
          <pc:sldMk cId="3361099530" sldId="272"/>
        </pc:sldMkLst>
        <pc:picChg chg="add">
          <ac:chgData name="Madhumita Patro" userId="bdae627b6e32fdc1" providerId="LiveId" clId="{51EE9AB9-3F13-424C-B625-9DB51FEAF1BC}" dt="2025-11-22T08:13:07.919" v="108" actId="22"/>
          <ac:picMkLst>
            <pc:docMk/>
            <pc:sldMk cId="3361099530" sldId="272"/>
            <ac:picMk id="5" creationId="{22C6EEF2-A676-E7E3-CA27-00E8392188F7}"/>
          </ac:picMkLst>
        </pc:picChg>
      </pc:sldChg>
      <pc:sldChg chg="addSp new mod">
        <pc:chgData name="Madhumita Patro" userId="bdae627b6e32fdc1" providerId="LiveId" clId="{51EE9AB9-3F13-424C-B625-9DB51FEAF1BC}" dt="2025-11-22T08:14:06.756" v="110" actId="22"/>
        <pc:sldMkLst>
          <pc:docMk/>
          <pc:sldMk cId="3027200872" sldId="273"/>
        </pc:sldMkLst>
        <pc:picChg chg="add">
          <ac:chgData name="Madhumita Patro" userId="bdae627b6e32fdc1" providerId="LiveId" clId="{51EE9AB9-3F13-424C-B625-9DB51FEAF1BC}" dt="2025-11-22T08:14:06.756" v="110" actId="22"/>
          <ac:picMkLst>
            <pc:docMk/>
            <pc:sldMk cId="3027200872" sldId="273"/>
            <ac:picMk id="5" creationId="{D813B424-BB51-597A-E29A-62CA92A88659}"/>
          </ac:picMkLst>
        </pc:picChg>
      </pc:sldChg>
      <pc:sldChg chg="addSp new mod">
        <pc:chgData name="Madhumita Patro" userId="bdae627b6e32fdc1" providerId="LiveId" clId="{51EE9AB9-3F13-424C-B625-9DB51FEAF1BC}" dt="2025-11-22T08:15:07.347" v="112" actId="22"/>
        <pc:sldMkLst>
          <pc:docMk/>
          <pc:sldMk cId="2013560283" sldId="274"/>
        </pc:sldMkLst>
        <pc:picChg chg="add">
          <ac:chgData name="Madhumita Patro" userId="bdae627b6e32fdc1" providerId="LiveId" clId="{51EE9AB9-3F13-424C-B625-9DB51FEAF1BC}" dt="2025-11-22T08:15:07.347" v="112" actId="22"/>
          <ac:picMkLst>
            <pc:docMk/>
            <pc:sldMk cId="2013560283" sldId="274"/>
            <ac:picMk id="5" creationId="{FAAE4622-9BAC-5BE5-B942-46DE6A5CC861}"/>
          </ac:picMkLst>
        </pc:picChg>
      </pc:sldChg>
      <pc:sldChg chg="addSp new mod">
        <pc:chgData name="Madhumita Patro" userId="bdae627b6e32fdc1" providerId="LiveId" clId="{51EE9AB9-3F13-424C-B625-9DB51FEAF1BC}" dt="2025-11-22T08:15:46.491" v="114" actId="22"/>
        <pc:sldMkLst>
          <pc:docMk/>
          <pc:sldMk cId="1190295541" sldId="275"/>
        </pc:sldMkLst>
        <pc:picChg chg="add">
          <ac:chgData name="Madhumita Patro" userId="bdae627b6e32fdc1" providerId="LiveId" clId="{51EE9AB9-3F13-424C-B625-9DB51FEAF1BC}" dt="2025-11-22T08:15:46.491" v="114" actId="22"/>
          <ac:picMkLst>
            <pc:docMk/>
            <pc:sldMk cId="1190295541" sldId="275"/>
            <ac:picMk id="5" creationId="{718718F9-97A1-625A-DA4B-807E80E2D815}"/>
          </ac:picMkLst>
        </pc:picChg>
      </pc:sldChg>
      <pc:sldChg chg="addSp new mod">
        <pc:chgData name="Madhumita Patro" userId="bdae627b6e32fdc1" providerId="LiveId" clId="{51EE9AB9-3F13-424C-B625-9DB51FEAF1BC}" dt="2025-11-22T08:16:13.684" v="116" actId="22"/>
        <pc:sldMkLst>
          <pc:docMk/>
          <pc:sldMk cId="928765122" sldId="276"/>
        </pc:sldMkLst>
        <pc:picChg chg="add">
          <ac:chgData name="Madhumita Patro" userId="bdae627b6e32fdc1" providerId="LiveId" clId="{51EE9AB9-3F13-424C-B625-9DB51FEAF1BC}" dt="2025-11-22T08:16:13.684" v="116" actId="22"/>
          <ac:picMkLst>
            <pc:docMk/>
            <pc:sldMk cId="928765122" sldId="276"/>
            <ac:picMk id="5" creationId="{5B79CFBE-E352-26EC-A72C-73C014054C16}"/>
          </ac:picMkLst>
        </pc:picChg>
      </pc:sldChg>
      <pc:sldChg chg="new del">
        <pc:chgData name="Madhumita Patro" userId="bdae627b6e32fdc1" providerId="LiveId" clId="{51EE9AB9-3F13-424C-B625-9DB51FEAF1BC}" dt="2025-11-22T08:17:21.946" v="118" actId="47"/>
        <pc:sldMkLst>
          <pc:docMk/>
          <pc:sldMk cId="2453281970" sldId="277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4" name="Group 3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61708" y="2091263"/>
            <a:ext cx="9068586" cy="25908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72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62100" y="4682062"/>
            <a:ext cx="9070848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 spc="8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5"/>
            <a:ext cx="1554480" cy="527213"/>
          </a:xfrm>
        </p:spPr>
        <p:txBody>
          <a:bodyPr/>
          <a:lstStyle>
            <a:lvl1pPr algn="ctr">
              <a:defRPr sz="13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D079A54F-0347-4892-9368-92B1DB6D04D6}" type="datetimeFigureOut">
              <a:rPr lang="en-IN" smtClean="0"/>
              <a:t>22-11-2025</a:t>
            </a:fld>
            <a:endParaRPr lang="en-IN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453896" y="5211060"/>
            <a:ext cx="5905500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19" y="5212080"/>
            <a:ext cx="2111881" cy="2286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CB6E6AEB-36C2-48E7-8C87-F1AB3DDB4B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14096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9A54F-0347-4892-9368-92B1DB6D04D6}" type="datetimeFigureOut">
              <a:rPr lang="en-IN" smtClean="0"/>
              <a:t>22-11-2025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E6AEB-36C2-48E7-8C87-F1AB3DDB4B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30403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0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3623" y="2094309"/>
            <a:ext cx="9070848" cy="2587752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72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3624" y="4682062"/>
            <a:ext cx="9070848" cy="4572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21808" y="1344502"/>
            <a:ext cx="1554480" cy="530352"/>
          </a:xfrm>
        </p:spPr>
        <p:txBody>
          <a:bodyPr/>
          <a:lstStyle>
            <a:lvl1pPr algn="ctr">
              <a:defRPr lang="en-US" sz="13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D079A54F-0347-4892-9368-92B1DB6D04D6}" type="datetimeFigureOut">
              <a:rPr lang="en-IN" smtClean="0"/>
              <a:t>22-11-2025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3553" y="5211060"/>
            <a:ext cx="5907024" cy="228600"/>
          </a:xfrm>
        </p:spPr>
        <p:txBody>
          <a:bodyPr/>
          <a:lstStyle>
            <a:lvl1pPr algn="l">
              <a:defRPr/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211060"/>
            <a:ext cx="2112264" cy="228600"/>
          </a:xfrm>
        </p:spPr>
        <p:txBody>
          <a:bodyPr/>
          <a:lstStyle/>
          <a:p>
            <a:fld id="{CB6E6AEB-36C2-48E7-8C87-F1AB3DDB4B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56162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032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9A54F-0347-4892-9368-92B1DB6D04D6}" type="datetimeFigureOut">
              <a:rPr lang="en-IN" smtClean="0"/>
              <a:t>22-11-2025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E6AEB-36C2-48E7-8C87-F1AB3DDB4B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65527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55898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336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3368" y="2756581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9A54F-0347-4892-9368-92B1DB6D04D6}" type="datetimeFigureOut">
              <a:rPr lang="en-IN" smtClean="0"/>
              <a:t>22-11-2025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E6AEB-36C2-48E7-8C87-F1AB3DDB4B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89327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9A54F-0347-4892-9368-92B1DB6D04D6}" type="datetimeFigureOut">
              <a:rPr lang="en-IN" smtClean="0"/>
              <a:t>22-11-2025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E6AEB-36C2-48E7-8C87-F1AB3DDB4B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47045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9A54F-0347-4892-9368-92B1DB6D04D6}" type="datetimeFigureOut">
              <a:rPr lang="en-IN" smtClean="0"/>
              <a:t>22-11-2025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E6AEB-36C2-48E7-8C87-F1AB3DDB4B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05745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245529" y="237744"/>
            <a:ext cx="8531352" cy="63825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7392"/>
            <a:ext cx="2430780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0" kern="1200" cap="none" spc="0" baseline="0" dirty="0">
                <a:solidFill>
                  <a:srgbClr val="FFFFFF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7772400" cy="53340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0780" cy="35052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9A54F-0347-4892-9368-92B1DB6D04D6}" type="datetimeFigureOut">
              <a:rPr lang="en-IN" smtClean="0"/>
              <a:t>22-11-2025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endParaRPr lang="en-IN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3677" y="6223002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CB6E6AEB-36C2-48E7-8C87-F1AB3DDB4BA4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Rectangle 11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8702095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3504"/>
            <a:ext cx="2432304" cy="1645920"/>
          </a:xfrm>
        </p:spPr>
        <p:txBody>
          <a:bodyPr anchor="b">
            <a:noAutofit/>
          </a:bodyPr>
          <a:lstStyle>
            <a:lvl1pPr algn="l">
              <a:defRPr sz="2800" b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8531352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2304" cy="3502152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D079A54F-0347-4892-9368-92B1DB6D04D6}" type="datetimeFigureOut">
              <a:rPr lang="en-IN" smtClean="0"/>
              <a:t>22-11-2025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r" defTabSz="914400" rtl="0" eaLnBrk="1" latinLnBrk="0" hangingPunct="1">
              <a:defRPr lang="en-US" sz="1000" kern="1200" dirty="0"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227064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CB6E6AEB-36C2-48E7-8C87-F1AB3DDB4BA4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4095922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9A54F-0347-4892-9368-92B1DB6D04D6}" type="datetimeFigureOut">
              <a:rPr lang="en-IN" smtClean="0"/>
              <a:t>22-11-2025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E6AEB-36C2-48E7-8C87-F1AB3DDB4B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94042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9A54F-0347-4892-9368-92B1DB6D04D6}" type="datetimeFigureOut">
              <a:rPr lang="en-IN" smtClean="0"/>
              <a:t>22-11-2025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E6AEB-36C2-48E7-8C87-F1AB3DDB4B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00717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C2B74-8703-4D1D-0111-8AD363905B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71719B-D2D3-54BC-0A38-C680FCEC8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9A54F-0347-4892-9368-92B1DB6D04D6}" type="datetimeFigureOut">
              <a:rPr lang="en-IN" smtClean="0"/>
              <a:t>22-11-2025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47DE8B-1833-1DFD-4730-1FAE298E7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A0F4AD-B91F-99FF-E797-350BA07F12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E6AEB-36C2-48E7-8C87-F1AB3DDB4B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67691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74320" y="6307672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D079A54F-0347-4892-9368-92B1DB6D04D6}" type="datetimeFigureOut">
              <a:rPr lang="en-IN" smtClean="0"/>
              <a:t>22-11-2025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89960" y="6307672"/>
            <a:ext cx="521208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880" y="6307672"/>
            <a:ext cx="146304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CB6E6AEB-36C2-48E7-8C87-F1AB3DDB4B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42901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  <p:sldLayoutId id="214748369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C95F7-3EF1-4551-283E-B717B189A25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ELECTRIC VEHICLES SALE BY STATES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F22E48-935D-9AB2-CA81-BDF4AD17B88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BY MADHUMITA PATRO</a:t>
            </a:r>
          </a:p>
        </p:txBody>
      </p:sp>
    </p:spTree>
    <p:extLst>
      <p:ext uri="{BB962C8B-B14F-4D97-AF65-F5344CB8AC3E}">
        <p14:creationId xmlns:p14="http://schemas.microsoft.com/office/powerpoint/2010/main" val="7837800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24335C-DD28-0308-5C18-4002B37C92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About Dataset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B3B38A-6C48-E0E1-744A-65B28E1905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dataset is valuable for analysts, data scientists, and researchers aiming to</a:t>
            </a:r>
          </a:p>
          <a:p>
            <a:r>
              <a:rPr lang="en-US" dirty="0"/>
              <a:t>understand electric vehicle (EV) adoption trends across India. It is versatile and ideal</a:t>
            </a:r>
          </a:p>
          <a:p>
            <a:r>
              <a:rPr lang="en-US" dirty="0"/>
              <a:t>for geographic market segmentation, trend analysis, and predictive modeling. By</a:t>
            </a:r>
          </a:p>
          <a:p>
            <a:r>
              <a:rPr lang="en-US" dirty="0"/>
              <a:t>offering insights into regional EV sales patterns, the dataset supports strategic</a:t>
            </a:r>
          </a:p>
          <a:p>
            <a:r>
              <a:rPr lang="en-US" dirty="0"/>
              <a:t>decision-making in market planning and infrastructure investment.</a:t>
            </a:r>
          </a:p>
          <a:p>
            <a:r>
              <a:rPr lang="en-US" dirty="0"/>
              <a:t>The data was meticulously scraped from the Clean Mobility Shift website, and then</a:t>
            </a:r>
          </a:p>
          <a:p>
            <a:r>
              <a:rPr lang="en-US" dirty="0"/>
              <a:t>thoroughly preprocessed to ensure accuracy and relevance. All null values have been</a:t>
            </a:r>
          </a:p>
          <a:p>
            <a:r>
              <a:rPr lang="en-US" dirty="0"/>
              <a:t>removed, and the dataset has been cleaned to prepare it for immediate use in</a:t>
            </a:r>
          </a:p>
          <a:p>
            <a:r>
              <a:rPr lang="en-US" dirty="0"/>
              <a:t>exploration, visualization, and analytical projects. It is particularly valuable for market</a:t>
            </a:r>
          </a:p>
          <a:p>
            <a:r>
              <a:rPr lang="en-US" dirty="0"/>
              <a:t>trend analysis, infrastructure planning, and policy development within the EV sector.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203470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DF00A-DB76-566C-60B2-FD60F332B1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Included Files: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212EDA-59AE-C222-63E0-1C114CDEA1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EV_Dataset.csv: Contains state-level data on EV sales, including vehicle types and</a:t>
            </a:r>
          </a:p>
          <a:p>
            <a:r>
              <a:rPr lang="en-US" dirty="0"/>
              <a:t>categories, offering a comprehensive view of EV distribution across Indian states.</a:t>
            </a:r>
          </a:p>
          <a:p>
            <a:r>
              <a:rPr lang="en-IN" dirty="0"/>
              <a:t>Key Features:</a:t>
            </a:r>
          </a:p>
          <a:p>
            <a:r>
              <a:rPr lang="en-US" dirty="0"/>
              <a:t>State: Names of Indian states with recorded EV sales data.</a:t>
            </a:r>
          </a:p>
          <a:p>
            <a:r>
              <a:rPr lang="en-US" dirty="0"/>
              <a:t>Vehicle Type: Classifications of vehicles, such as two-wheelers and four-wheelers.</a:t>
            </a:r>
          </a:p>
          <a:p>
            <a:r>
              <a:rPr lang="en-US" dirty="0"/>
              <a:t>Vehicle Category: Further classification into segments like commercial and passenger</a:t>
            </a:r>
          </a:p>
          <a:p>
            <a:r>
              <a:rPr lang="en-IN" dirty="0"/>
              <a:t>vehicles.</a:t>
            </a:r>
          </a:p>
          <a:p>
            <a:r>
              <a:rPr lang="en-US" dirty="0" err="1"/>
              <a:t>Electric_Vehicle_Sales_Quantity</a:t>
            </a:r>
            <a:r>
              <a:rPr lang="en-US" dirty="0"/>
              <a:t>: The number of EVs sold per state, essential for</a:t>
            </a:r>
          </a:p>
          <a:p>
            <a:r>
              <a:rPr lang="en-IN" dirty="0" err="1"/>
              <a:t>analyzing</a:t>
            </a:r>
            <a:r>
              <a:rPr lang="en-IN" dirty="0"/>
              <a:t> adoption trends.</a:t>
            </a:r>
          </a:p>
        </p:txBody>
      </p:sp>
    </p:spTree>
    <p:extLst>
      <p:ext uri="{BB962C8B-B14F-4D97-AF65-F5344CB8AC3E}">
        <p14:creationId xmlns:p14="http://schemas.microsoft.com/office/powerpoint/2010/main" val="5661245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08EB9-334B-3203-D4C8-A863F704E2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Electric Vehicle Sales by State in India: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8E9286-D900-9FA1-7F27-DF9B026D47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project aims to analyze and predict the sales of Electric Vehicles (EV) by state in</a:t>
            </a:r>
          </a:p>
          <a:p>
            <a:r>
              <a:rPr lang="en-US" dirty="0"/>
              <a:t>India using machine learning. The dataset contains the following columns:</a:t>
            </a:r>
          </a:p>
          <a:p>
            <a:r>
              <a:rPr lang="en-US" dirty="0"/>
              <a:t>● </a:t>
            </a:r>
            <a:r>
              <a:rPr lang="en-US" b="1" dirty="0"/>
              <a:t>Year</a:t>
            </a:r>
            <a:r>
              <a:rPr lang="en-US" dirty="0"/>
              <a:t>: The year of the sales.</a:t>
            </a:r>
          </a:p>
          <a:p>
            <a:r>
              <a:rPr lang="en-US" dirty="0"/>
              <a:t>● </a:t>
            </a:r>
            <a:r>
              <a:rPr lang="en-US" b="1" dirty="0" err="1"/>
              <a:t>Month_Name</a:t>
            </a:r>
            <a:r>
              <a:rPr lang="en-US" dirty="0"/>
              <a:t>: The month in which sales occurred.</a:t>
            </a:r>
          </a:p>
          <a:p>
            <a:r>
              <a:rPr lang="en-US" dirty="0"/>
              <a:t>● </a:t>
            </a:r>
            <a:r>
              <a:rPr lang="en-US" b="1" dirty="0"/>
              <a:t>Date</a:t>
            </a:r>
            <a:r>
              <a:rPr lang="en-US" dirty="0"/>
              <a:t>: The specific date of the sales.</a:t>
            </a:r>
          </a:p>
          <a:p>
            <a:r>
              <a:rPr lang="en-US" dirty="0"/>
              <a:t>● </a:t>
            </a:r>
            <a:r>
              <a:rPr lang="en-US" b="1" dirty="0"/>
              <a:t>State</a:t>
            </a:r>
            <a:r>
              <a:rPr lang="en-US" dirty="0"/>
              <a:t>: The state in India where the sales occurred.</a:t>
            </a:r>
          </a:p>
          <a:p>
            <a:r>
              <a:rPr lang="en-US" dirty="0"/>
              <a:t>● </a:t>
            </a:r>
            <a:r>
              <a:rPr lang="en-US" b="1" dirty="0" err="1"/>
              <a:t>Vehicle_Class</a:t>
            </a:r>
            <a:r>
              <a:rPr lang="en-US" dirty="0"/>
              <a:t>: The class of the vehicle (e.g., sedan, SUV, etc.).</a:t>
            </a:r>
          </a:p>
          <a:p>
            <a:r>
              <a:rPr lang="en-US" dirty="0"/>
              <a:t>● </a:t>
            </a:r>
            <a:r>
              <a:rPr lang="en-US" b="1" dirty="0" err="1"/>
              <a:t>Vehicle_Category</a:t>
            </a:r>
            <a:r>
              <a:rPr lang="en-US" dirty="0"/>
              <a:t>: The category of the vehicle (e.g., commercial, passenger).</a:t>
            </a:r>
          </a:p>
          <a:p>
            <a:r>
              <a:rPr lang="en-US" dirty="0"/>
              <a:t>● </a:t>
            </a:r>
            <a:r>
              <a:rPr lang="en-US" b="1" dirty="0" err="1"/>
              <a:t>Vehicle_Type</a:t>
            </a:r>
            <a:r>
              <a:rPr lang="en-US" dirty="0"/>
              <a:t>: The type of the vehicle (e.g., 2-wheeler, 4-wheeler).</a:t>
            </a:r>
          </a:p>
          <a:p>
            <a:r>
              <a:rPr lang="en-US" dirty="0"/>
              <a:t>● </a:t>
            </a:r>
            <a:r>
              <a:rPr lang="en-US" b="1" dirty="0" err="1"/>
              <a:t>EV_Sales_Quantity</a:t>
            </a:r>
            <a:r>
              <a:rPr lang="en-US" dirty="0"/>
              <a:t>: The quantity of EV sales.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153872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40FFBF-EF6E-2640-CDF2-4B97D91E4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Steps Involved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4B9ADE-A6C3-A9AE-207A-CB7413E067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1. </a:t>
            </a:r>
            <a:r>
              <a:rPr lang="en-US" b="1" dirty="0"/>
              <a:t>Data Collection</a:t>
            </a:r>
            <a:r>
              <a:rPr lang="en-US" dirty="0"/>
              <a:t>: Load and inspect the dataset.</a:t>
            </a:r>
          </a:p>
          <a:p>
            <a:r>
              <a:rPr lang="en-US" dirty="0"/>
              <a:t>2. </a:t>
            </a:r>
            <a:r>
              <a:rPr lang="en-US" b="1" dirty="0"/>
              <a:t>Data Preprocessing</a:t>
            </a:r>
            <a:r>
              <a:rPr lang="en-US" dirty="0"/>
              <a:t>: Handle missing values, convert date formats, and</a:t>
            </a:r>
          </a:p>
          <a:p>
            <a:r>
              <a:rPr lang="en-IN" dirty="0"/>
              <a:t>perform feature engineering.</a:t>
            </a:r>
          </a:p>
          <a:p>
            <a:r>
              <a:rPr lang="en-US" dirty="0"/>
              <a:t>3. </a:t>
            </a:r>
            <a:r>
              <a:rPr lang="en-US" b="1" dirty="0"/>
              <a:t>Exploratory Data Analysis (EDA)</a:t>
            </a:r>
            <a:r>
              <a:rPr lang="en-US" dirty="0"/>
              <a:t>: Visualize trends and relationships between</a:t>
            </a:r>
          </a:p>
          <a:p>
            <a:r>
              <a:rPr lang="en-IN" dirty="0"/>
              <a:t>variables.</a:t>
            </a:r>
          </a:p>
          <a:p>
            <a:r>
              <a:rPr lang="en-US" dirty="0"/>
              <a:t>4. </a:t>
            </a:r>
            <a:r>
              <a:rPr lang="en-US" b="1" dirty="0"/>
              <a:t>Feature Engineering</a:t>
            </a:r>
            <a:r>
              <a:rPr lang="en-US" dirty="0"/>
              <a:t>: Create new features from the date column and encode</a:t>
            </a:r>
          </a:p>
          <a:p>
            <a:r>
              <a:rPr lang="en-IN" dirty="0"/>
              <a:t>categorical variables.</a:t>
            </a:r>
          </a:p>
          <a:p>
            <a:r>
              <a:rPr lang="en-US" dirty="0"/>
              <a:t>5. </a:t>
            </a:r>
            <a:r>
              <a:rPr lang="en-US" b="1" dirty="0"/>
              <a:t>Modeling</a:t>
            </a:r>
            <a:r>
              <a:rPr lang="en-US" dirty="0"/>
              <a:t>: Build a regression model to predict EV sales.</a:t>
            </a:r>
          </a:p>
          <a:p>
            <a:r>
              <a:rPr lang="en-US" dirty="0"/>
              <a:t>6. </a:t>
            </a:r>
            <a:r>
              <a:rPr lang="en-US" b="1" dirty="0"/>
              <a:t>Evaluation</a:t>
            </a:r>
            <a:r>
              <a:rPr lang="en-US" dirty="0"/>
              <a:t>: Evaluate the model performance and interpret the results.</a:t>
            </a:r>
          </a:p>
          <a:p>
            <a:r>
              <a:rPr lang="en-US" dirty="0"/>
              <a:t>7. </a:t>
            </a:r>
            <a:r>
              <a:rPr lang="en-US" b="1" dirty="0"/>
              <a:t>Visualization</a:t>
            </a:r>
            <a:r>
              <a:rPr lang="en-US" dirty="0"/>
              <a:t>: Visualize the results and trends using graphs and charts.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33080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8FE897-8337-2FA7-BD94-69E0304F80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71D1B5C-C02B-E0CF-0813-A876C6E9F4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47680" y="2773975"/>
            <a:ext cx="5296639" cy="2591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29700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9A29A2-2683-B611-8140-C279951FC9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8F102E-485B-6132-171E-511BD04CA9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4204CA-30CD-876A-35C5-384272189D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6048" y="0"/>
            <a:ext cx="729990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03954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0DC1B8-0F13-AC51-F1A2-531D98A25E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1A433F-E260-2E67-D21A-4E22F6C751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47BA333-9492-A289-9C81-8D769D822D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7875" y="823912"/>
            <a:ext cx="8096250" cy="5210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31427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E14471-E3E5-45BF-E706-5C71C45BA0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751237-91D4-F093-01ED-301C65358E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D7EE5C7-6244-6F97-8A19-9634317BED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2150" y="823912"/>
            <a:ext cx="8267700" cy="5210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03833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DBC2AA-042D-F42C-A1D8-3E530B931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62DE73-2CD9-786B-B7B4-9CF5452A94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242346-1068-A222-A7A3-817DF35279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9315" y="0"/>
            <a:ext cx="585336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5591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331B5B-1C32-E2F6-3C39-BF38E2F04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434928-6001-FC8C-CB00-19D8E94B5C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782C19-DE71-DFAC-E7E5-97B787D257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3208" y="292359"/>
            <a:ext cx="3623094" cy="6374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45781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0D581A-DE9F-9935-FC15-8F74713B6B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6C6B88-42B9-969D-4BB5-3242819816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83E0DC-DCBF-6E71-DAC1-7E506BB852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4235" y="771154"/>
            <a:ext cx="2543530" cy="5315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97130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2FEB0-EAF7-72BC-0B67-EC276579E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8A42EF-3229-B292-1834-B9A266E536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239C84-077C-A364-B24C-22FD7DE765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9848" y="597370"/>
            <a:ext cx="7673939" cy="5437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83443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247493-DC76-D2A9-CF65-1E4C19752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269CB2-AF04-8BB8-72A3-167E89DD4F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1300E2-D48F-EEE4-0296-F940A4D19C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7162" y="1977103"/>
            <a:ext cx="5575592" cy="3931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9194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58E77-A813-6612-E09B-92B71AE4DF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804356-E4E3-CB37-5280-8CB345E8D9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379C1D0-CEE3-BA5F-188B-30350E5DE8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1734" y="852128"/>
            <a:ext cx="3448531" cy="5153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20078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503902-B4FF-9A8A-4406-DF9C9F2C31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A40017-E719-BE54-0178-5E2866476B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6B5F80-B4B1-160D-C2A4-8623BAF242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1877" y="500332"/>
            <a:ext cx="7641466" cy="5561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20852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AAC4C-EF1B-EDE8-FEE6-90C1A9C65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27BAC8-2000-1E85-2C7E-47B2C34A9C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C6EEF2-A676-E7E3-CA27-00E8392188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7112" y="1557337"/>
            <a:ext cx="5057775" cy="3743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10995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CE900E-8A99-F1F5-6DD4-896DC70638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038B38-C726-862C-1757-7F101679E7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813B424-BB51-597A-E29A-62CA92A886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2250" y="457200"/>
            <a:ext cx="666750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72008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C00051-3197-A9ED-A8A5-2BECE45C5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8220D4-D1A0-D0FE-24BD-9A3105837C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AE4622-9BAC-5BE5-B942-46DE6A5CC8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851" y="43004"/>
            <a:ext cx="11226297" cy="6771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35602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42A99D-BACE-4EA8-661F-4EA808F195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95605E-C375-1005-D241-43E4CF62F7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18718F9-97A1-625A-DA4B-807E80E2D8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1564" y="1649994"/>
            <a:ext cx="4888871" cy="3558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02955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4A8FC-D239-8457-5B92-1DF919EAD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BC8F5B-21F3-18B1-6F02-A8C9F1DA9F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B79CFBE-E352-26EC-A72C-73C014054C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1564" y="1007198"/>
            <a:ext cx="4888871" cy="4843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876512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">
  <a:themeElements>
    <a:clrScheme name="Savon">
      <a:dk1>
        <a:sysClr val="windowText" lastClr="000000"/>
      </a:dk1>
      <a:lt1>
        <a:sysClr val="window" lastClr="FFFFFF"/>
      </a:lt1>
      <a:dk2>
        <a:srgbClr val="1485A4"/>
      </a:dk2>
      <a:lt2>
        <a:srgbClr val="E3DED1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F49100"/>
      </a:hlink>
      <a:folHlink>
        <a:srgbClr val="739D9B"/>
      </a:folHlink>
    </a:clrScheme>
    <a:fontScheme name="Savon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2000"/>
                <a:satMod val="160000"/>
              </a:schemeClr>
            </a:gs>
            <a:gs pos="77000">
              <a:schemeClr val="phClr">
                <a:tint val="100000"/>
                <a:shade val="73000"/>
                <a:satMod val="155000"/>
              </a:schemeClr>
            </a:gs>
            <a:gs pos="100000">
              <a:schemeClr val="phClr">
                <a:tint val="100000"/>
                <a:shade val="67000"/>
                <a:satMod val="145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C20BADFE-D095-436F-9677-9264042809F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TM03457510[[fn=Savon]]</Template>
  <TotalTime>38</TotalTime>
  <Words>495</Words>
  <Application>Microsoft Office PowerPoint</Application>
  <PresentationFormat>Widescreen</PresentationFormat>
  <Paragraphs>45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Century Gothic</vt:lpstr>
      <vt:lpstr>Garamond</vt:lpstr>
      <vt:lpstr>Savon</vt:lpstr>
      <vt:lpstr>ELECTRIC VEHICLES SALE BY STATES</vt:lpstr>
      <vt:lpstr>About Dataset</vt:lpstr>
      <vt:lpstr>Included Files:</vt:lpstr>
      <vt:lpstr>Electric Vehicle Sales by State in India:</vt:lpstr>
      <vt:lpstr>Steps Involved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Madhumita Patro</dc:creator>
  <cp:lastModifiedBy>Madhumita Patro</cp:lastModifiedBy>
  <cp:revision>1</cp:revision>
  <dcterms:created xsi:type="dcterms:W3CDTF">2025-11-22T07:38:53Z</dcterms:created>
  <dcterms:modified xsi:type="dcterms:W3CDTF">2025-11-22T08:17:23Z</dcterms:modified>
</cp:coreProperties>
</file>